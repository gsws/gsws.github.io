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embeddedFontLst>
    <p:embeddedFont>
      <p:font typeface="Calibri" panose="020F0502020204030204" pitchFamily="34" charset="0"/>
      <p:regular r:id="rId13"/>
      <p:bold r:id="rId14"/>
      <p:italic r:id="rId15"/>
      <p:boldItalic r:id="rId16"/>
    </p:embeddedFon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IBM Plex Mono Light" panose="020B0409050203000203" pitchFamily="49" charset="0"/>
      <p:regular r:id="rId21"/>
      <p:bold r:id="rId22"/>
      <p:italic r:id="rId23"/>
      <p:boldItalic r:id="rId24"/>
    </p:embeddedFont>
    <p:embeddedFont>
      <p:font typeface="IBM Plex Mono Medium" panose="020B0609050203000203" pitchFamily="49" charset="0"/>
      <p:regular r:id="rId25"/>
      <p:bold r:id="rId26"/>
      <p:italic r:id="rId27"/>
      <p:boldItalic r:id="rId28"/>
    </p:embeddedFont>
    <p:embeddedFont>
      <p:font typeface="IBM Plex Sans" panose="020B0503050203000203" pitchFamily="34" charset="0"/>
      <p:regular r:id="rId29"/>
      <p:bold r:id="rId30"/>
      <p:italic r:id="rId31"/>
      <p:boldItalic r:id="rId32"/>
    </p:embeddedFont>
    <p:embeddedFont>
      <p:font typeface="IBM Plex Sans Light" panose="020B0403050203000203" pitchFamily="34" charset="0"/>
      <p:regular r:id="rId33"/>
      <p:bold r:id="rId34"/>
      <p:italic r:id="rId35"/>
      <p:bold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7" roundtripDataSignature="AMtx7mhuxmWSmxNJ7MMCOBPhJX9xAo3h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21A5621-2A80-46EC-9D82-F115DC15D266}">
  <a:tblStyle styleId="{021A5621-2A80-46EC-9D82-F115DC15D2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959" autoAdjust="0"/>
  </p:normalViewPr>
  <p:slideViewPr>
    <p:cSldViewPr snapToGrid="0">
      <p:cViewPr varScale="1">
        <p:scale>
          <a:sx n="97" d="100"/>
          <a:sy n="97" d="100"/>
        </p:scale>
        <p:origin x="107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9" Type="http://schemas.openxmlformats.org/officeDocument/2006/relationships/viewProps" Target="viewProps.xml"/><Relationship Id="rId21" Type="http://schemas.openxmlformats.org/officeDocument/2006/relationships/font" Target="fonts/font9.fntdata"/><Relationship Id="rId34" Type="http://schemas.openxmlformats.org/officeDocument/2006/relationships/font" Target="fonts/font2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font" Target="fonts/font20.fntdata"/><Relationship Id="rId37" Type="http://customschemas.google.com/relationships/presentationmetadata" Target="meta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36" Type="http://schemas.openxmlformats.org/officeDocument/2006/relationships/font" Target="fonts/font24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font" Target="fonts/font1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Relationship Id="rId35" Type="http://schemas.openxmlformats.org/officeDocument/2006/relationships/font" Target="fonts/font2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font" Target="fonts/font2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87" name="Google Shape;58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93" name="Google Shape;59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39ecbafa7c_1_4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00" name="Google Shape;600;g339ecbafa7c_1_4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39ecbafa7c_1_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39ecbafa7c_1_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39ecbafa7c_1_4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39ecbafa7c_1_4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g339ecbafa7c_1_4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4" name="Google Shape;654;g339ecbafa7c_1_4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g339ecbafa7c_1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9" name="Google Shape;669;g339ecbafa7c_1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g339ecbafa7c_1_5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8" name="Google Shape;688;g339ecbafa7c_1_5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g339ecbafa7c_1_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7" name="Google Shape;697;g339ecbafa7c_1_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g339ecbafa7c_1_5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g339ecbafa7c_1_5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alesgroup.com/" TargetMode="External"/><Relationship Id="rId7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youtube.com/user/thethalesgroup" TargetMode="External"/><Relationship Id="rId5" Type="http://schemas.openxmlformats.org/officeDocument/2006/relationships/hyperlink" Target="https://www.facebook.com/thalesgroup" TargetMode="External"/><Relationship Id="rId4" Type="http://schemas.openxmlformats.org/officeDocument/2006/relationships/hyperlink" Target="https://www.linkedin.com/company/thales/" TargetMode="Externa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www.thalesgroup.com/" TargetMode="Externa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">
  <p:cSld name="Cover slide">
    <p:bg>
      <p:bgPr>
        <a:solidFill>
          <a:schemeClr val="dk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396"/>
            <a:ext cx="12190592" cy="68572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Google Shape;18;p38"/>
          <p:cNvPicPr preferRelativeResize="0"/>
          <p:nvPr/>
        </p:nvPicPr>
        <p:blipFill rotWithShape="1">
          <a:blip r:embed="rId3">
            <a:alphaModFix/>
          </a:blip>
          <a:srcRect l="37543" b="48236"/>
          <a:stretch/>
        </p:blipFill>
        <p:spPr>
          <a:xfrm>
            <a:off x="-1" y="1747081"/>
            <a:ext cx="5976472" cy="5110919"/>
          </a:xfrm>
          <a:custGeom>
            <a:avLst/>
            <a:gdLst/>
            <a:ahLst/>
            <a:cxnLst/>
            <a:rect l="l" t="t" r="r" b="b"/>
            <a:pathLst>
              <a:path w="5976472" h="5110919" extrusionOk="0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9" name="Google Shape;19;p38"/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0" name="Google Shape;20;p38"/>
          <p:cNvSpPr txBox="1">
            <a:spLocks noGrp="1"/>
          </p:cNvSpPr>
          <p:nvPr>
            <p:ph type="title"/>
          </p:nvPr>
        </p:nvSpPr>
        <p:spPr>
          <a:xfrm>
            <a:off x="1080000" y="2662254"/>
            <a:ext cx="381527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8"/>
          <p:cNvSpPr txBox="1">
            <a:spLocks noGrp="1"/>
          </p:cNvSpPr>
          <p:nvPr>
            <p:ph type="body" idx="1"/>
          </p:nvPr>
        </p:nvSpPr>
        <p:spPr>
          <a:xfrm>
            <a:off x="1079500" y="4628182"/>
            <a:ext cx="3815273" cy="60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8"/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www.thalesgroup.com</a:t>
            </a:r>
            <a:endParaRPr/>
          </a:p>
        </p:txBody>
      </p:sp>
      <p:grpSp>
        <p:nvGrpSpPr>
          <p:cNvPr id="23" name="Google Shape;23;p38"/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24" name="Google Shape;24;p38"/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/>
              <a:ahLst/>
              <a:cxnLst/>
              <a:rect l="l" t="t" r="r" b="b"/>
              <a:pathLst>
                <a:path w="590550" h="546735" extrusionOk="0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5" name="Google Shape;25;p38"/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/>
              <a:ahLst/>
              <a:cxnLst/>
              <a:rect l="l" t="t" r="r" b="b"/>
              <a:pathLst>
                <a:path w="582930" h="545782" extrusionOk="0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" name="Google Shape;26;p38"/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/>
              <a:ahLst/>
              <a:cxnLst/>
              <a:rect l="l" t="t" r="r" b="b"/>
              <a:pathLst>
                <a:path w="521969" h="533399" extrusionOk="0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" name="Google Shape;27;p38"/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/>
              <a:ahLst/>
              <a:cxnLst/>
              <a:rect l="l" t="t" r="r" b="b"/>
              <a:pathLst>
                <a:path w="744855" h="530542" extrusionOk="0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" name="Google Shape;28;p38"/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/>
              <a:ahLst/>
              <a:cxnLst/>
              <a:rect l="l" t="t" r="r" b="b"/>
              <a:pathLst>
                <a:path w="181927" h="180975" extrusionOk="0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" name="Google Shape;29;p38"/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/>
              <a:ahLst/>
              <a:cxnLst/>
              <a:rect l="l" t="t" r="r" b="b"/>
              <a:pathLst>
                <a:path w="627697" h="539114" extrusionOk="0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" name="Google Shape;30;p38"/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/>
              <a:ahLst/>
              <a:cxnLst/>
              <a:rect l="l" t="t" r="r" b="b"/>
              <a:pathLst>
                <a:path w="630554" h="534352" extrusionOk="0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" name="Google Shape;31;p38"/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/>
              <a:ahLst/>
              <a:cxnLst/>
              <a:rect l="l" t="t" r="r" b="b"/>
              <a:pathLst>
                <a:path w="182879" h="244792" extrusionOk="0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" name="Google Shape;32;p38"/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5" h="176212" extrusionOk="0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" name="Google Shape;33;p38"/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/>
              <a:ahLst/>
              <a:cxnLst/>
              <a:rect l="l" t="t" r="r" b="b"/>
              <a:pathLst>
                <a:path w="54292" h="246762" extrusionOk="0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" name="Google Shape;34;p38"/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/>
              <a:ahLst/>
              <a:cxnLst/>
              <a:rect l="l" t="t" r="r" b="b"/>
              <a:pathLst>
                <a:path w="46672" h="241935" extrusionOk="0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" name="Google Shape;35;p38"/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/>
              <a:ahLst/>
              <a:cxnLst/>
              <a:rect l="l" t="t" r="r" b="b"/>
              <a:pathLst>
                <a:path w="156210" h="241935" extrusionOk="0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" name="Google Shape;36;p38"/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/>
              <a:ahLst/>
              <a:cxnLst/>
              <a:rect l="l" t="t" r="r" b="b"/>
              <a:pathLst>
                <a:path w="54292" h="246762" extrusionOk="0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" name="Google Shape;37;p38"/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/>
              <a:ahLst/>
              <a:cxnLst/>
              <a:rect l="l" t="t" r="r" b="b"/>
              <a:pathLst>
                <a:path w="155257" h="176212" extrusionOk="0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" name="Google Shape;38;p38"/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/>
              <a:ahLst/>
              <a:cxnLst/>
              <a:rect l="l" t="t" r="r" b="b"/>
              <a:pathLst>
                <a:path w="155257" h="240029" extrusionOk="0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" name="Google Shape;39;p38"/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/>
              <a:ahLst/>
              <a:cxnLst/>
              <a:rect l="l" t="t" r="r" b="b"/>
              <a:pathLst>
                <a:path w="148590" h="178117" extrusionOk="0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" name="Google Shape;40;p38"/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/>
              <a:ahLst/>
              <a:cxnLst/>
              <a:rect l="l" t="t" r="r" b="b"/>
              <a:pathLst>
                <a:path w="120015" h="241935" extrusionOk="0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1" name="Google Shape;41;p38"/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4" h="176212" extrusionOk="0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" name="Google Shape;42;p38"/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/>
              <a:ahLst/>
              <a:cxnLst/>
              <a:rect l="l" t="t" r="r" b="b"/>
              <a:pathLst>
                <a:path w="105727" h="225032" extrusionOk="0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" name="Google Shape;43;p38"/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4" h="176212" extrusionOk="0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" name="Google Shape;44;p38"/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/>
              <a:ahLst/>
              <a:cxnLst/>
              <a:rect l="l" t="t" r="r" b="b"/>
              <a:pathLst>
                <a:path w="102870" h="176212" extrusionOk="0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" name="Google Shape;45;p38"/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/>
              <a:ahLst/>
              <a:cxnLst/>
              <a:rect l="l" t="t" r="r" b="b"/>
              <a:pathLst>
                <a:path w="153352" h="177201" extrusionOk="0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" name="Google Shape;46;p38"/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/>
              <a:ahLst/>
              <a:cxnLst/>
              <a:rect l="l" t="t" r="r" b="b"/>
              <a:pathLst>
                <a:path w="240716" h="171450" extrusionOk="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" name="Google Shape;47;p38"/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/>
              <a:ahLst/>
              <a:cxnLst/>
              <a:rect l="l" t="t" r="r" b="b"/>
              <a:pathLst>
                <a:path w="140969" h="173355" extrusionOk="0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" name="Google Shape;48;p38"/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/>
              <a:ahLst/>
              <a:cxnLst/>
              <a:rect l="l" t="t" r="r" b="b"/>
              <a:pathLst>
                <a:path w="124777" h="173728" extrusionOk="0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" name="Google Shape;49;p38"/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/>
              <a:ahLst/>
              <a:cxnLst/>
              <a:rect l="l" t="t" r="r" b="b"/>
              <a:pathLst>
                <a:path w="134302" h="172402" extrusionOk="0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" name="Google Shape;50;p38"/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/>
              <a:ahLst/>
              <a:cxnLst/>
              <a:rect l="l" t="t" r="r" b="b"/>
              <a:pathLst>
                <a:path w="142875" h="170577" extrusionOk="0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" name="Google Shape;51;p38"/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/>
              <a:ahLst/>
              <a:cxnLst/>
              <a:rect l="l" t="t" r="r" b="b"/>
              <a:pathLst>
                <a:path w="134302" h="172402" extrusionOk="0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" name="Google Shape;52;p38"/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/>
              <a:ahLst/>
              <a:cxnLst/>
              <a:rect l="l" t="t" r="r" b="b"/>
              <a:pathLst>
                <a:path w="30479" h="235267" extrusionOk="0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" name="Google Shape;53;p38"/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/>
              <a:ahLst/>
              <a:cxnLst/>
              <a:rect l="l" t="t" r="r" b="b"/>
              <a:pathLst>
                <a:path w="30479" h="235267" extrusionOk="0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" name="Google Shape;54;p38"/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/>
              <a:ahLst/>
              <a:cxnLst/>
              <a:rect l="l" t="t" r="r" b="b"/>
              <a:pathLst>
                <a:path w="91440" h="220275" extrusionOk="0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" name="Google Shape;55;p38"/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/>
              <a:ahLst/>
              <a:cxnLst/>
              <a:rect l="l" t="t" r="r" b="b"/>
              <a:pathLst>
                <a:path w="87630" h="173354" extrusionOk="0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" name="Google Shape;56;p38"/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/>
              <a:ahLst/>
              <a:cxnLst/>
              <a:rect l="l" t="t" r="r" b="b"/>
              <a:pathLst>
                <a:path w="141922" h="172402" extrusionOk="0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" name="Google Shape;57;p38"/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/>
              <a:ahLst/>
              <a:cxnLst/>
              <a:rect l="l" t="t" r="r" b="b"/>
              <a:pathLst>
                <a:path w="124777" h="174307" extrusionOk="0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" name="Google Shape;58;p38"/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/>
              <a:ahLst/>
              <a:cxnLst/>
              <a:rect l="l" t="t" r="r" b="b"/>
              <a:pathLst>
                <a:path w="92392" h="220275" extrusionOk="0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 slide 2">
  <p:cSld name="Cover slide 2">
    <p:bg>
      <p:bgPr>
        <a:solidFill>
          <a:srgbClr val="F2F2F2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39"/>
          <p:cNvPicPr preferRelativeResize="0"/>
          <p:nvPr/>
        </p:nvPicPr>
        <p:blipFill rotWithShape="1">
          <a:blip r:embed="rId2">
            <a:alphaModFix/>
          </a:blip>
          <a:srcRect l="37543" b="48236"/>
          <a:stretch/>
        </p:blipFill>
        <p:spPr>
          <a:xfrm>
            <a:off x="-1" y="1747081"/>
            <a:ext cx="5976472" cy="5110919"/>
          </a:xfrm>
          <a:custGeom>
            <a:avLst/>
            <a:gdLst/>
            <a:ahLst/>
            <a:cxnLst/>
            <a:rect l="l" t="t" r="r" b="b"/>
            <a:pathLst>
              <a:path w="5976472" h="5110919" extrusionOk="0">
                <a:moveTo>
                  <a:pt x="0" y="0"/>
                </a:moveTo>
                <a:lnTo>
                  <a:pt x="5976472" y="0"/>
                </a:lnTo>
                <a:lnTo>
                  <a:pt x="5976472" y="5110919"/>
                </a:lnTo>
                <a:lnTo>
                  <a:pt x="0" y="5110919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61" name="Google Shape;61;p39"/>
          <p:cNvSpPr/>
          <p:nvPr/>
        </p:nvSpPr>
        <p:spPr>
          <a:xfrm>
            <a:off x="10083800" y="219075"/>
            <a:ext cx="2108200" cy="691612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2" name="Google Shape;62;p39"/>
          <p:cNvSpPr txBox="1">
            <a:spLocks noGrp="1"/>
          </p:cNvSpPr>
          <p:nvPr>
            <p:ph type="title"/>
          </p:nvPr>
        </p:nvSpPr>
        <p:spPr>
          <a:xfrm>
            <a:off x="1080000" y="2662254"/>
            <a:ext cx="3815273" cy="16619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  <a:defRPr sz="4000" b="1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9"/>
          <p:cNvSpPr txBox="1">
            <a:spLocks noGrp="1"/>
          </p:cNvSpPr>
          <p:nvPr>
            <p:ph type="body" idx="1"/>
          </p:nvPr>
        </p:nvSpPr>
        <p:spPr>
          <a:xfrm>
            <a:off x="1079500" y="4628182"/>
            <a:ext cx="3815273" cy="60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/>
          <p:nvPr/>
        </p:nvSpPr>
        <p:spPr>
          <a:xfrm>
            <a:off x="1079500" y="5769997"/>
            <a:ext cx="1673012" cy="171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www.thalesgroup.com</a:t>
            </a:r>
            <a:endParaRPr/>
          </a:p>
        </p:txBody>
      </p:sp>
      <p:grpSp>
        <p:nvGrpSpPr>
          <p:cNvPr id="65" name="Google Shape;65;p39"/>
          <p:cNvGrpSpPr/>
          <p:nvPr/>
        </p:nvGrpSpPr>
        <p:grpSpPr>
          <a:xfrm>
            <a:off x="10330251" y="410247"/>
            <a:ext cx="1391849" cy="309268"/>
            <a:chOff x="10330251" y="410247"/>
            <a:chExt cx="1391849" cy="309268"/>
          </a:xfrm>
        </p:grpSpPr>
        <p:sp>
          <p:nvSpPr>
            <p:cNvPr id="66" name="Google Shape;66;p39"/>
            <p:cNvSpPr/>
            <p:nvPr/>
          </p:nvSpPr>
          <p:spPr>
            <a:xfrm>
              <a:off x="11543732" y="410247"/>
              <a:ext cx="178368" cy="165135"/>
            </a:xfrm>
            <a:custGeom>
              <a:avLst/>
              <a:gdLst/>
              <a:ahLst/>
              <a:cxnLst/>
              <a:rect l="l" t="t" r="r" b="b"/>
              <a:pathLst>
                <a:path w="590550" h="546735" extrusionOk="0">
                  <a:moveTo>
                    <a:pt x="590550" y="401003"/>
                  </a:moveTo>
                  <a:cubicBezTo>
                    <a:pt x="590550" y="475298"/>
                    <a:pt x="568643" y="497205"/>
                    <a:pt x="509588" y="515303"/>
                  </a:cubicBezTo>
                  <a:cubicBezTo>
                    <a:pt x="445770" y="534353"/>
                    <a:pt x="332423" y="546735"/>
                    <a:pt x="264795" y="546735"/>
                  </a:cubicBezTo>
                  <a:cubicBezTo>
                    <a:pt x="184785" y="546735"/>
                    <a:pt x="84773" y="541973"/>
                    <a:pt x="0" y="521970"/>
                  </a:cubicBezTo>
                  <a:lnTo>
                    <a:pt x="0" y="436245"/>
                  </a:lnTo>
                  <a:lnTo>
                    <a:pt x="469583" y="436245"/>
                  </a:lnTo>
                  <a:lnTo>
                    <a:pt x="469583" y="319088"/>
                  </a:lnTo>
                  <a:lnTo>
                    <a:pt x="137160" y="319088"/>
                  </a:lnTo>
                  <a:cubicBezTo>
                    <a:pt x="37148" y="319088"/>
                    <a:pt x="0" y="291465"/>
                    <a:pt x="0" y="194310"/>
                  </a:cubicBezTo>
                  <a:lnTo>
                    <a:pt x="0" y="142875"/>
                  </a:lnTo>
                  <a:cubicBezTo>
                    <a:pt x="0" y="65723"/>
                    <a:pt x="22860" y="42863"/>
                    <a:pt x="84773" y="26670"/>
                  </a:cubicBezTo>
                  <a:cubicBezTo>
                    <a:pt x="147638" y="10478"/>
                    <a:pt x="250508" y="0"/>
                    <a:pt x="318135" y="0"/>
                  </a:cubicBezTo>
                  <a:cubicBezTo>
                    <a:pt x="400050" y="0"/>
                    <a:pt x="498158" y="6668"/>
                    <a:pt x="582930" y="25718"/>
                  </a:cubicBezTo>
                  <a:lnTo>
                    <a:pt x="582930" y="111443"/>
                  </a:lnTo>
                  <a:lnTo>
                    <a:pt x="120968" y="111443"/>
                  </a:lnTo>
                  <a:lnTo>
                    <a:pt x="120968" y="209550"/>
                  </a:lnTo>
                  <a:lnTo>
                    <a:pt x="453390" y="209550"/>
                  </a:lnTo>
                  <a:cubicBezTo>
                    <a:pt x="553403" y="209550"/>
                    <a:pt x="590550" y="236220"/>
                    <a:pt x="590550" y="334328"/>
                  </a:cubicBezTo>
                  <a:lnTo>
                    <a:pt x="590550" y="40100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7" name="Google Shape;67;p39"/>
            <p:cNvSpPr/>
            <p:nvPr/>
          </p:nvSpPr>
          <p:spPr>
            <a:xfrm>
              <a:off x="11304085" y="410247"/>
              <a:ext cx="176067" cy="164847"/>
            </a:xfrm>
            <a:custGeom>
              <a:avLst/>
              <a:gdLst/>
              <a:ahLst/>
              <a:cxnLst/>
              <a:rect l="l" t="t" r="r" b="b"/>
              <a:pathLst>
                <a:path w="582930" h="545782" extrusionOk="0">
                  <a:moveTo>
                    <a:pt x="582930" y="521018"/>
                  </a:moveTo>
                  <a:cubicBezTo>
                    <a:pt x="485775" y="540068"/>
                    <a:pt x="387668" y="545783"/>
                    <a:pt x="292418" y="545783"/>
                  </a:cubicBezTo>
                  <a:cubicBezTo>
                    <a:pt x="197168" y="545783"/>
                    <a:pt x="98107" y="540068"/>
                    <a:pt x="0" y="521018"/>
                  </a:cubicBezTo>
                  <a:lnTo>
                    <a:pt x="0" y="25718"/>
                  </a:lnTo>
                  <a:cubicBezTo>
                    <a:pt x="97155" y="6668"/>
                    <a:pt x="196215" y="0"/>
                    <a:pt x="290513" y="0"/>
                  </a:cubicBezTo>
                  <a:cubicBezTo>
                    <a:pt x="385763" y="0"/>
                    <a:pt x="481965" y="5715"/>
                    <a:pt x="579120" y="25718"/>
                  </a:cubicBezTo>
                  <a:lnTo>
                    <a:pt x="579120" y="114300"/>
                  </a:lnTo>
                  <a:lnTo>
                    <a:pt x="139065" y="114300"/>
                  </a:lnTo>
                  <a:lnTo>
                    <a:pt x="139065" y="213360"/>
                  </a:lnTo>
                  <a:lnTo>
                    <a:pt x="425768" y="213360"/>
                  </a:lnTo>
                  <a:lnTo>
                    <a:pt x="425768" y="316230"/>
                  </a:lnTo>
                  <a:lnTo>
                    <a:pt x="139065" y="316230"/>
                  </a:lnTo>
                  <a:lnTo>
                    <a:pt x="139065" y="433388"/>
                  </a:lnTo>
                  <a:lnTo>
                    <a:pt x="581025" y="433388"/>
                  </a:lnTo>
                  <a:lnTo>
                    <a:pt x="581025" y="5210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8" name="Google Shape;68;p39"/>
            <p:cNvSpPr/>
            <p:nvPr/>
          </p:nvSpPr>
          <p:spPr>
            <a:xfrm>
              <a:off x="11096085" y="413987"/>
              <a:ext cx="157654" cy="161107"/>
            </a:xfrm>
            <a:custGeom>
              <a:avLst/>
              <a:gdLst/>
              <a:ahLst/>
              <a:cxnLst/>
              <a:rect l="l" t="t" r="r" b="b"/>
              <a:pathLst>
                <a:path w="521969" h="533399" extrusionOk="0">
                  <a:moveTo>
                    <a:pt x="521970" y="508635"/>
                  </a:moveTo>
                  <a:cubicBezTo>
                    <a:pt x="434340" y="527685"/>
                    <a:pt x="346710" y="533400"/>
                    <a:pt x="261938" y="533400"/>
                  </a:cubicBezTo>
                  <a:cubicBezTo>
                    <a:pt x="177165" y="533400"/>
                    <a:pt x="87630" y="528638"/>
                    <a:pt x="0" y="508635"/>
                  </a:cubicBezTo>
                  <a:lnTo>
                    <a:pt x="0" y="0"/>
                  </a:lnTo>
                  <a:lnTo>
                    <a:pt x="140017" y="0"/>
                  </a:lnTo>
                  <a:lnTo>
                    <a:pt x="140017" y="414338"/>
                  </a:lnTo>
                  <a:lnTo>
                    <a:pt x="521970" y="414338"/>
                  </a:lnTo>
                  <a:lnTo>
                    <a:pt x="521970" y="50863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69" name="Google Shape;69;p39"/>
            <p:cNvSpPr/>
            <p:nvPr/>
          </p:nvSpPr>
          <p:spPr>
            <a:xfrm>
              <a:off x="10820476" y="414274"/>
              <a:ext cx="224974" cy="160244"/>
            </a:xfrm>
            <a:custGeom>
              <a:avLst/>
              <a:gdLst/>
              <a:ahLst/>
              <a:cxnLst/>
              <a:rect l="l" t="t" r="r" b="b"/>
              <a:pathLst>
                <a:path w="744855" h="530542" extrusionOk="0">
                  <a:moveTo>
                    <a:pt x="744855" y="511493"/>
                  </a:moveTo>
                  <a:cubicBezTo>
                    <a:pt x="698183" y="524828"/>
                    <a:pt x="636270" y="529590"/>
                    <a:pt x="590550" y="530543"/>
                  </a:cubicBezTo>
                  <a:lnTo>
                    <a:pt x="374333" y="94298"/>
                  </a:lnTo>
                  <a:lnTo>
                    <a:pt x="361950" y="94298"/>
                  </a:lnTo>
                  <a:lnTo>
                    <a:pt x="146685" y="530543"/>
                  </a:lnTo>
                  <a:cubicBezTo>
                    <a:pt x="100965" y="529590"/>
                    <a:pt x="46673" y="524828"/>
                    <a:pt x="0" y="511493"/>
                  </a:cubicBezTo>
                  <a:lnTo>
                    <a:pt x="273368" y="0"/>
                  </a:lnTo>
                  <a:lnTo>
                    <a:pt x="468630" y="0"/>
                  </a:lnTo>
                  <a:lnTo>
                    <a:pt x="744855" y="51149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0" name="Google Shape;70;p39"/>
            <p:cNvSpPr/>
            <p:nvPr/>
          </p:nvSpPr>
          <p:spPr>
            <a:xfrm>
              <a:off x="10904483" y="502020"/>
              <a:ext cx="54949" cy="54661"/>
            </a:xfrm>
            <a:custGeom>
              <a:avLst/>
              <a:gdLst/>
              <a:ahLst/>
              <a:cxnLst/>
              <a:rect l="l" t="t" r="r" b="b"/>
              <a:pathLst>
                <a:path w="181927" h="180975" extrusionOk="0">
                  <a:moveTo>
                    <a:pt x="181927" y="90488"/>
                  </a:moveTo>
                  <a:cubicBezTo>
                    <a:pt x="181927" y="140970"/>
                    <a:pt x="140970" y="180975"/>
                    <a:pt x="90488" y="180975"/>
                  </a:cubicBezTo>
                  <a:cubicBezTo>
                    <a:pt x="40005" y="180975"/>
                    <a:pt x="0" y="140017"/>
                    <a:pt x="0" y="90488"/>
                  </a:cubicBezTo>
                  <a:cubicBezTo>
                    <a:pt x="0" y="40005"/>
                    <a:pt x="40957" y="0"/>
                    <a:pt x="90488" y="0"/>
                  </a:cubicBezTo>
                  <a:cubicBezTo>
                    <a:pt x="140970" y="0"/>
                    <a:pt x="181927" y="40005"/>
                    <a:pt x="181927" y="90488"/>
                  </a:cubicBezTo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1" name="Google Shape;71;p39"/>
            <p:cNvSpPr/>
            <p:nvPr/>
          </p:nvSpPr>
          <p:spPr>
            <a:xfrm>
              <a:off x="10579967" y="411398"/>
              <a:ext cx="189588" cy="162833"/>
            </a:xfrm>
            <a:custGeom>
              <a:avLst/>
              <a:gdLst/>
              <a:ahLst/>
              <a:cxnLst/>
              <a:rect l="l" t="t" r="r" b="b"/>
              <a:pathLst>
                <a:path w="627697" h="539114" extrusionOk="0">
                  <a:moveTo>
                    <a:pt x="627697" y="521018"/>
                  </a:moveTo>
                  <a:cubicBezTo>
                    <a:pt x="582930" y="534353"/>
                    <a:pt x="535305" y="538163"/>
                    <a:pt x="487680" y="539115"/>
                  </a:cubicBezTo>
                  <a:lnTo>
                    <a:pt x="487680" y="317183"/>
                  </a:lnTo>
                  <a:lnTo>
                    <a:pt x="140017" y="317183"/>
                  </a:lnTo>
                  <a:lnTo>
                    <a:pt x="140017" y="539115"/>
                  </a:lnTo>
                  <a:cubicBezTo>
                    <a:pt x="92392" y="538163"/>
                    <a:pt x="44767" y="533400"/>
                    <a:pt x="0" y="521018"/>
                  </a:cubicBezTo>
                  <a:lnTo>
                    <a:pt x="0" y="18098"/>
                  </a:lnTo>
                  <a:cubicBezTo>
                    <a:pt x="44767" y="4762"/>
                    <a:pt x="92392" y="952"/>
                    <a:pt x="140017" y="0"/>
                  </a:cubicBezTo>
                  <a:lnTo>
                    <a:pt x="140017" y="214313"/>
                  </a:lnTo>
                  <a:lnTo>
                    <a:pt x="487680" y="214313"/>
                  </a:lnTo>
                  <a:lnTo>
                    <a:pt x="487680" y="0"/>
                  </a:lnTo>
                  <a:cubicBezTo>
                    <a:pt x="535305" y="952"/>
                    <a:pt x="582930" y="5715"/>
                    <a:pt x="627697" y="18098"/>
                  </a:cubicBezTo>
                  <a:lnTo>
                    <a:pt x="627697" y="5210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2" name="Google Shape;72;p39"/>
            <p:cNvSpPr/>
            <p:nvPr/>
          </p:nvSpPr>
          <p:spPr>
            <a:xfrm>
              <a:off x="10330251" y="410247"/>
              <a:ext cx="190451" cy="161395"/>
            </a:xfrm>
            <a:custGeom>
              <a:avLst/>
              <a:gdLst/>
              <a:ahLst/>
              <a:cxnLst/>
              <a:rect l="l" t="t" r="r" b="b"/>
              <a:pathLst>
                <a:path w="630554" h="534352" extrusionOk="0">
                  <a:moveTo>
                    <a:pt x="630555" y="115253"/>
                  </a:moveTo>
                  <a:lnTo>
                    <a:pt x="384810" y="115253"/>
                  </a:lnTo>
                  <a:lnTo>
                    <a:pt x="384810" y="534353"/>
                  </a:lnTo>
                  <a:lnTo>
                    <a:pt x="245745" y="534353"/>
                  </a:lnTo>
                  <a:lnTo>
                    <a:pt x="245745" y="115253"/>
                  </a:lnTo>
                  <a:lnTo>
                    <a:pt x="0" y="115253"/>
                  </a:lnTo>
                  <a:lnTo>
                    <a:pt x="0" y="25718"/>
                  </a:lnTo>
                  <a:cubicBezTo>
                    <a:pt x="105728" y="6668"/>
                    <a:pt x="212408" y="0"/>
                    <a:pt x="315278" y="0"/>
                  </a:cubicBezTo>
                  <a:cubicBezTo>
                    <a:pt x="418148" y="0"/>
                    <a:pt x="524828" y="5715"/>
                    <a:pt x="630555" y="25718"/>
                  </a:cubicBezTo>
                  <a:lnTo>
                    <a:pt x="630555" y="11525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3" name="Google Shape;73;p39"/>
            <p:cNvSpPr/>
            <p:nvPr/>
          </p:nvSpPr>
          <p:spPr>
            <a:xfrm>
              <a:off x="10331977" y="626878"/>
              <a:ext cx="55236" cy="73937"/>
            </a:xfrm>
            <a:custGeom>
              <a:avLst/>
              <a:gdLst/>
              <a:ahLst/>
              <a:cxnLst/>
              <a:rect l="l" t="t" r="r" b="b"/>
              <a:pathLst>
                <a:path w="182879" h="244792" extrusionOk="0">
                  <a:moveTo>
                    <a:pt x="178118" y="67627"/>
                  </a:moveTo>
                  <a:cubicBezTo>
                    <a:pt x="178118" y="100965"/>
                    <a:pt x="168593" y="117157"/>
                    <a:pt x="142875" y="121920"/>
                  </a:cubicBezTo>
                  <a:lnTo>
                    <a:pt x="142875" y="122872"/>
                  </a:lnTo>
                  <a:cubicBezTo>
                    <a:pt x="174308" y="126682"/>
                    <a:pt x="182880" y="145732"/>
                    <a:pt x="182880" y="179070"/>
                  </a:cubicBezTo>
                  <a:cubicBezTo>
                    <a:pt x="182880" y="229552"/>
                    <a:pt x="157163" y="244792"/>
                    <a:pt x="99060" y="244792"/>
                  </a:cubicBezTo>
                  <a:cubicBezTo>
                    <a:pt x="73343" y="244792"/>
                    <a:pt x="32385" y="243840"/>
                    <a:pt x="4763" y="241935"/>
                  </a:cubicBezTo>
                  <a:cubicBezTo>
                    <a:pt x="952" y="241935"/>
                    <a:pt x="0" y="240982"/>
                    <a:pt x="0" y="237172"/>
                  </a:cubicBezTo>
                  <a:lnTo>
                    <a:pt x="0" y="8572"/>
                  </a:lnTo>
                  <a:cubicBezTo>
                    <a:pt x="0" y="4763"/>
                    <a:pt x="952" y="4763"/>
                    <a:pt x="4763" y="3810"/>
                  </a:cubicBezTo>
                  <a:cubicBezTo>
                    <a:pt x="32385" y="952"/>
                    <a:pt x="65723" y="0"/>
                    <a:pt x="91440" y="0"/>
                  </a:cubicBezTo>
                  <a:cubicBezTo>
                    <a:pt x="152400" y="952"/>
                    <a:pt x="178118" y="17145"/>
                    <a:pt x="178118" y="67627"/>
                  </a:cubicBezTo>
                  <a:close/>
                  <a:moveTo>
                    <a:pt x="49530" y="42863"/>
                  </a:moveTo>
                  <a:lnTo>
                    <a:pt x="49530" y="104775"/>
                  </a:lnTo>
                  <a:lnTo>
                    <a:pt x="80963" y="104775"/>
                  </a:lnTo>
                  <a:cubicBezTo>
                    <a:pt x="116205" y="104775"/>
                    <a:pt x="128588" y="100965"/>
                    <a:pt x="128588" y="74295"/>
                  </a:cubicBezTo>
                  <a:cubicBezTo>
                    <a:pt x="128588" y="49530"/>
                    <a:pt x="116205" y="42863"/>
                    <a:pt x="86678" y="42863"/>
                  </a:cubicBezTo>
                  <a:lnTo>
                    <a:pt x="49530" y="42863"/>
                  </a:lnTo>
                  <a:close/>
                  <a:moveTo>
                    <a:pt x="49530" y="140017"/>
                  </a:moveTo>
                  <a:lnTo>
                    <a:pt x="49530" y="201930"/>
                  </a:lnTo>
                  <a:lnTo>
                    <a:pt x="96203" y="201930"/>
                  </a:lnTo>
                  <a:cubicBezTo>
                    <a:pt x="122873" y="201930"/>
                    <a:pt x="134303" y="195263"/>
                    <a:pt x="134303" y="172402"/>
                  </a:cubicBezTo>
                  <a:cubicBezTo>
                    <a:pt x="134303" y="146685"/>
                    <a:pt x="121920" y="140017"/>
                    <a:pt x="97155" y="140017"/>
                  </a:cubicBezTo>
                  <a:lnTo>
                    <a:pt x="49530" y="140017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4" name="Google Shape;74;p39"/>
            <p:cNvSpPr/>
            <p:nvPr/>
          </p:nvSpPr>
          <p:spPr>
            <a:xfrm>
              <a:off x="10396419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5" h="176212" extrusionOk="0">
                  <a:moveTo>
                    <a:pt x="149543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2" y="169545"/>
                    <a:pt x="149543" y="170498"/>
                  </a:cubicBezTo>
                  <a:cubicBezTo>
                    <a:pt x="128588" y="174308"/>
                    <a:pt x="98107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8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2" y="135255"/>
                  </a:lnTo>
                  <a:lnTo>
                    <a:pt x="107632" y="4763"/>
                  </a:lnTo>
                  <a:cubicBezTo>
                    <a:pt x="107632" y="1905"/>
                    <a:pt x="109538" y="0"/>
                    <a:pt x="112395" y="0"/>
                  </a:cubicBezTo>
                  <a:lnTo>
                    <a:pt x="149543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5" name="Google Shape;75;p39"/>
            <p:cNvSpPr/>
            <p:nvPr/>
          </p:nvSpPr>
          <p:spPr>
            <a:xfrm>
              <a:off x="10452807" y="625708"/>
              <a:ext cx="16398" cy="74532"/>
            </a:xfrm>
            <a:custGeom>
              <a:avLst/>
              <a:gdLst/>
              <a:ahLst/>
              <a:cxnLst/>
              <a:rect l="l" t="t" r="r" b="b"/>
              <a:pathLst>
                <a:path w="54292" h="246762" extrusionOk="0">
                  <a:moveTo>
                    <a:pt x="54293" y="24830"/>
                  </a:moveTo>
                  <a:cubicBezTo>
                    <a:pt x="54293" y="41023"/>
                    <a:pt x="44768" y="49595"/>
                    <a:pt x="27623" y="49595"/>
                  </a:cubicBezTo>
                  <a:cubicBezTo>
                    <a:pt x="10478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3" y="65"/>
                  </a:cubicBezTo>
                  <a:cubicBezTo>
                    <a:pt x="44768" y="-887"/>
                    <a:pt x="54293" y="8638"/>
                    <a:pt x="54293" y="24830"/>
                  </a:cubicBezTo>
                  <a:close/>
                  <a:moveTo>
                    <a:pt x="45720" y="72455"/>
                  </a:moveTo>
                  <a:cubicBezTo>
                    <a:pt x="48578" y="72455"/>
                    <a:pt x="50483" y="74360"/>
                    <a:pt x="50483" y="77218"/>
                  </a:cubicBezTo>
                  <a:lnTo>
                    <a:pt x="50483" y="242000"/>
                  </a:lnTo>
                  <a:cubicBezTo>
                    <a:pt x="50483" y="245810"/>
                    <a:pt x="48578" y="246763"/>
                    <a:pt x="45720" y="246763"/>
                  </a:cubicBezTo>
                  <a:lnTo>
                    <a:pt x="8573" y="246763"/>
                  </a:lnTo>
                  <a:cubicBezTo>
                    <a:pt x="5715" y="246763"/>
                    <a:pt x="3810" y="244858"/>
                    <a:pt x="3810" y="242000"/>
                  </a:cubicBezTo>
                  <a:lnTo>
                    <a:pt x="3810" y="77218"/>
                  </a:lnTo>
                  <a:cubicBezTo>
                    <a:pt x="3810" y="74360"/>
                    <a:pt x="5715" y="72455"/>
                    <a:pt x="8573" y="72455"/>
                  </a:cubicBezTo>
                  <a:lnTo>
                    <a:pt x="45720" y="7245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6" name="Google Shape;76;p39"/>
            <p:cNvSpPr/>
            <p:nvPr/>
          </p:nvSpPr>
          <p:spPr>
            <a:xfrm>
              <a:off x="10479275" y="627454"/>
              <a:ext cx="14097" cy="73074"/>
            </a:xfrm>
            <a:custGeom>
              <a:avLst/>
              <a:gdLst/>
              <a:ahLst/>
              <a:cxnLst/>
              <a:rect l="l" t="t" r="r" b="b"/>
              <a:pathLst>
                <a:path w="46672" h="241935" extrusionOk="0">
                  <a:moveTo>
                    <a:pt x="41910" y="952"/>
                  </a:moveTo>
                  <a:cubicBezTo>
                    <a:pt x="44768" y="952"/>
                    <a:pt x="46673" y="2858"/>
                    <a:pt x="46673" y="5715"/>
                  </a:cubicBezTo>
                  <a:lnTo>
                    <a:pt x="46673" y="237173"/>
                  </a:lnTo>
                  <a:cubicBezTo>
                    <a:pt x="46673" y="240983"/>
                    <a:pt x="44768" y="241935"/>
                    <a:pt x="41910" y="241935"/>
                  </a:cubicBezTo>
                  <a:lnTo>
                    <a:pt x="4763" y="241935"/>
                  </a:lnTo>
                  <a:cubicBezTo>
                    <a:pt x="1905" y="241935"/>
                    <a:pt x="0" y="240030"/>
                    <a:pt x="0" y="237173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7" name="Google Shape;77;p39"/>
            <p:cNvSpPr/>
            <p:nvPr/>
          </p:nvSpPr>
          <p:spPr>
            <a:xfrm>
              <a:off x="10502578" y="627741"/>
              <a:ext cx="47181" cy="73074"/>
            </a:xfrm>
            <a:custGeom>
              <a:avLst/>
              <a:gdLst/>
              <a:ahLst/>
              <a:cxnLst/>
              <a:rect l="l" t="t" r="r" b="b"/>
              <a:pathLst>
                <a:path w="156210" h="241935" extrusionOk="0">
                  <a:moveTo>
                    <a:pt x="151448" y="0"/>
                  </a:moveTo>
                  <a:cubicBezTo>
                    <a:pt x="155257" y="0"/>
                    <a:pt x="156210" y="1905"/>
                    <a:pt x="156210" y="4763"/>
                  </a:cubicBezTo>
                  <a:lnTo>
                    <a:pt x="156210" y="228600"/>
                  </a:lnTo>
                  <a:cubicBezTo>
                    <a:pt x="156210" y="233363"/>
                    <a:pt x="153352" y="236220"/>
                    <a:pt x="149542" y="236220"/>
                  </a:cubicBezTo>
                  <a:cubicBezTo>
                    <a:pt x="123825" y="240030"/>
                    <a:pt x="102870" y="241935"/>
                    <a:pt x="80963" y="241935"/>
                  </a:cubicBezTo>
                  <a:cubicBezTo>
                    <a:pt x="15240" y="241935"/>
                    <a:pt x="0" y="223838"/>
                    <a:pt x="0" y="153352"/>
                  </a:cubicBezTo>
                  <a:cubicBezTo>
                    <a:pt x="0" y="84773"/>
                    <a:pt x="14288" y="64770"/>
                    <a:pt x="71438" y="64770"/>
                  </a:cubicBezTo>
                  <a:cubicBezTo>
                    <a:pt x="85725" y="64770"/>
                    <a:pt x="98107" y="65723"/>
                    <a:pt x="109538" y="66675"/>
                  </a:cubicBezTo>
                  <a:lnTo>
                    <a:pt x="109538" y="4763"/>
                  </a:lnTo>
                  <a:cubicBezTo>
                    <a:pt x="109538" y="952"/>
                    <a:pt x="110490" y="0"/>
                    <a:pt x="114300" y="0"/>
                  </a:cubicBezTo>
                  <a:lnTo>
                    <a:pt x="151448" y="0"/>
                  </a:lnTo>
                  <a:close/>
                  <a:moveTo>
                    <a:pt x="82867" y="104775"/>
                  </a:moveTo>
                  <a:cubicBezTo>
                    <a:pt x="51435" y="104775"/>
                    <a:pt x="47625" y="113348"/>
                    <a:pt x="47625" y="153352"/>
                  </a:cubicBezTo>
                  <a:cubicBezTo>
                    <a:pt x="47625" y="190500"/>
                    <a:pt x="50482" y="201930"/>
                    <a:pt x="80963" y="201930"/>
                  </a:cubicBezTo>
                  <a:cubicBezTo>
                    <a:pt x="88582" y="201930"/>
                    <a:pt x="101917" y="200977"/>
                    <a:pt x="110490" y="200025"/>
                  </a:cubicBezTo>
                  <a:lnTo>
                    <a:pt x="110490" y="104775"/>
                  </a:lnTo>
                  <a:lnTo>
                    <a:pt x="82867" y="10477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8" name="Google Shape;78;p39"/>
            <p:cNvSpPr/>
            <p:nvPr/>
          </p:nvSpPr>
          <p:spPr>
            <a:xfrm>
              <a:off x="10559828" y="625708"/>
              <a:ext cx="16398" cy="74532"/>
            </a:xfrm>
            <a:custGeom>
              <a:avLst/>
              <a:gdLst/>
              <a:ahLst/>
              <a:cxnLst/>
              <a:rect l="l" t="t" r="r" b="b"/>
              <a:pathLst>
                <a:path w="54292" h="246762" extrusionOk="0">
                  <a:moveTo>
                    <a:pt x="54292" y="24830"/>
                  </a:moveTo>
                  <a:cubicBezTo>
                    <a:pt x="54292" y="41023"/>
                    <a:pt x="44767" y="49595"/>
                    <a:pt x="27622" y="49595"/>
                  </a:cubicBezTo>
                  <a:cubicBezTo>
                    <a:pt x="10477" y="49595"/>
                    <a:pt x="0" y="40070"/>
                    <a:pt x="0" y="24830"/>
                  </a:cubicBezTo>
                  <a:cubicBezTo>
                    <a:pt x="0" y="8638"/>
                    <a:pt x="9525" y="65"/>
                    <a:pt x="27622" y="65"/>
                  </a:cubicBezTo>
                  <a:cubicBezTo>
                    <a:pt x="44767" y="-887"/>
                    <a:pt x="54292" y="8638"/>
                    <a:pt x="54292" y="24830"/>
                  </a:cubicBezTo>
                  <a:close/>
                  <a:moveTo>
                    <a:pt x="44767" y="72455"/>
                  </a:moveTo>
                  <a:cubicBezTo>
                    <a:pt x="47625" y="72455"/>
                    <a:pt x="49530" y="74360"/>
                    <a:pt x="49530" y="77218"/>
                  </a:cubicBezTo>
                  <a:lnTo>
                    <a:pt x="49530" y="242000"/>
                  </a:lnTo>
                  <a:cubicBezTo>
                    <a:pt x="49530" y="245810"/>
                    <a:pt x="47625" y="246763"/>
                    <a:pt x="44767" y="246763"/>
                  </a:cubicBezTo>
                  <a:lnTo>
                    <a:pt x="7620" y="246763"/>
                  </a:lnTo>
                  <a:cubicBezTo>
                    <a:pt x="4763" y="246763"/>
                    <a:pt x="2857" y="244858"/>
                    <a:pt x="2857" y="242000"/>
                  </a:cubicBezTo>
                  <a:lnTo>
                    <a:pt x="2857" y="77218"/>
                  </a:lnTo>
                  <a:cubicBezTo>
                    <a:pt x="2857" y="74360"/>
                    <a:pt x="4763" y="72455"/>
                    <a:pt x="7620" y="72455"/>
                  </a:cubicBezTo>
                  <a:lnTo>
                    <a:pt x="44767" y="72455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79" name="Google Shape;79;p39"/>
            <p:cNvSpPr/>
            <p:nvPr/>
          </p:nvSpPr>
          <p:spPr>
            <a:xfrm>
              <a:off x="10585721" y="647017"/>
              <a:ext cx="46893" cy="53223"/>
            </a:xfrm>
            <a:custGeom>
              <a:avLst/>
              <a:gdLst/>
              <a:ahLst/>
              <a:cxnLst/>
              <a:rect l="l" t="t" r="r" b="b"/>
              <a:pathLst>
                <a:path w="155257" h="176212" extrusionOk="0">
                  <a:moveTo>
                    <a:pt x="155257" y="75247"/>
                  </a:moveTo>
                  <a:lnTo>
                    <a:pt x="155257" y="171450"/>
                  </a:lnTo>
                  <a:cubicBezTo>
                    <a:pt x="155257" y="175260"/>
                    <a:pt x="153352" y="176213"/>
                    <a:pt x="150495" y="176213"/>
                  </a:cubicBezTo>
                  <a:lnTo>
                    <a:pt x="113347" y="176213"/>
                  </a:lnTo>
                  <a:cubicBezTo>
                    <a:pt x="110490" y="176213"/>
                    <a:pt x="108585" y="174307"/>
                    <a:pt x="108585" y="171450"/>
                  </a:cubicBezTo>
                  <a:lnTo>
                    <a:pt x="108585" y="87630"/>
                  </a:lnTo>
                  <a:cubicBezTo>
                    <a:pt x="108585" y="42863"/>
                    <a:pt x="103822" y="40957"/>
                    <a:pt x="75247" y="40957"/>
                  </a:cubicBezTo>
                  <a:lnTo>
                    <a:pt x="46672" y="40957"/>
                  </a:lnTo>
                  <a:lnTo>
                    <a:pt x="46672" y="171450"/>
                  </a:lnTo>
                  <a:cubicBezTo>
                    <a:pt x="46672" y="175260"/>
                    <a:pt x="44767" y="176213"/>
                    <a:pt x="41910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10477"/>
                  </a:lnTo>
                  <a:cubicBezTo>
                    <a:pt x="0" y="6667"/>
                    <a:pt x="1905" y="6667"/>
                    <a:pt x="4763" y="5715"/>
                  </a:cubicBezTo>
                  <a:cubicBezTo>
                    <a:pt x="25717" y="952"/>
                    <a:pt x="56197" y="0"/>
                    <a:pt x="79057" y="0"/>
                  </a:cubicBezTo>
                  <a:cubicBezTo>
                    <a:pt x="140017" y="952"/>
                    <a:pt x="155257" y="12382"/>
                    <a:pt x="155257" y="7524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0" name="Google Shape;80;p39"/>
            <p:cNvSpPr/>
            <p:nvPr/>
          </p:nvSpPr>
          <p:spPr>
            <a:xfrm>
              <a:off x="10642108" y="647017"/>
              <a:ext cx="46893" cy="72498"/>
            </a:xfrm>
            <a:custGeom>
              <a:avLst/>
              <a:gdLst/>
              <a:ahLst/>
              <a:cxnLst/>
              <a:rect l="l" t="t" r="r" b="b"/>
              <a:pathLst>
                <a:path w="155257" h="240029" extrusionOk="0">
                  <a:moveTo>
                    <a:pt x="148590" y="6667"/>
                  </a:moveTo>
                  <a:cubicBezTo>
                    <a:pt x="152400" y="7620"/>
                    <a:pt x="155257" y="10477"/>
                    <a:pt x="155257" y="14288"/>
                  </a:cubicBezTo>
                  <a:lnTo>
                    <a:pt x="155257" y="172402"/>
                  </a:lnTo>
                  <a:cubicBezTo>
                    <a:pt x="155257" y="219075"/>
                    <a:pt x="145732" y="240030"/>
                    <a:pt x="79057" y="240030"/>
                  </a:cubicBezTo>
                  <a:cubicBezTo>
                    <a:pt x="60007" y="240030"/>
                    <a:pt x="40005" y="239077"/>
                    <a:pt x="21907" y="235267"/>
                  </a:cubicBezTo>
                  <a:cubicBezTo>
                    <a:pt x="19050" y="235267"/>
                    <a:pt x="17145" y="233363"/>
                    <a:pt x="17145" y="230505"/>
                  </a:cubicBezTo>
                  <a:lnTo>
                    <a:pt x="17145" y="206692"/>
                  </a:lnTo>
                  <a:cubicBezTo>
                    <a:pt x="17145" y="202882"/>
                    <a:pt x="18098" y="201930"/>
                    <a:pt x="21907" y="201930"/>
                  </a:cubicBezTo>
                  <a:lnTo>
                    <a:pt x="75248" y="201930"/>
                  </a:lnTo>
                  <a:cubicBezTo>
                    <a:pt x="102870" y="201930"/>
                    <a:pt x="109538" y="195263"/>
                    <a:pt x="109538" y="175260"/>
                  </a:cubicBezTo>
                  <a:lnTo>
                    <a:pt x="109538" y="173355"/>
                  </a:lnTo>
                  <a:cubicBezTo>
                    <a:pt x="96202" y="176213"/>
                    <a:pt x="84773" y="177165"/>
                    <a:pt x="71438" y="177165"/>
                  </a:cubicBezTo>
                  <a:cubicBezTo>
                    <a:pt x="15240" y="177165"/>
                    <a:pt x="0" y="157163"/>
                    <a:pt x="0" y="85725"/>
                  </a:cubicBezTo>
                  <a:cubicBezTo>
                    <a:pt x="0" y="18097"/>
                    <a:pt x="15240" y="0"/>
                    <a:pt x="80963" y="0"/>
                  </a:cubicBezTo>
                  <a:cubicBezTo>
                    <a:pt x="104775" y="952"/>
                    <a:pt x="130492" y="2857"/>
                    <a:pt x="148590" y="6667"/>
                  </a:cubicBezTo>
                  <a:close/>
                  <a:moveTo>
                    <a:pt x="78105" y="40957"/>
                  </a:moveTo>
                  <a:cubicBezTo>
                    <a:pt x="47625" y="40957"/>
                    <a:pt x="44767" y="52388"/>
                    <a:pt x="44767" y="89535"/>
                  </a:cubicBezTo>
                  <a:cubicBezTo>
                    <a:pt x="44767" y="129540"/>
                    <a:pt x="49530" y="138113"/>
                    <a:pt x="80963" y="138113"/>
                  </a:cubicBezTo>
                  <a:cubicBezTo>
                    <a:pt x="88582" y="138113"/>
                    <a:pt x="100013" y="138113"/>
                    <a:pt x="108585" y="136207"/>
                  </a:cubicBezTo>
                  <a:lnTo>
                    <a:pt x="108585" y="40957"/>
                  </a:lnTo>
                  <a:lnTo>
                    <a:pt x="78105" y="40957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1" name="Google Shape;81;p39"/>
            <p:cNvSpPr/>
            <p:nvPr/>
          </p:nvSpPr>
          <p:spPr>
            <a:xfrm>
              <a:off x="10716907" y="647017"/>
              <a:ext cx="44880" cy="53798"/>
            </a:xfrm>
            <a:custGeom>
              <a:avLst/>
              <a:gdLst/>
              <a:ahLst/>
              <a:cxnLst/>
              <a:rect l="l" t="t" r="r" b="b"/>
              <a:pathLst>
                <a:path w="148590" h="178117" extrusionOk="0">
                  <a:moveTo>
                    <a:pt x="148590" y="54292"/>
                  </a:moveTo>
                  <a:lnTo>
                    <a:pt x="148590" y="161925"/>
                  </a:lnTo>
                  <a:cubicBezTo>
                    <a:pt x="148590" y="166688"/>
                    <a:pt x="147638" y="169545"/>
                    <a:pt x="141923" y="171450"/>
                  </a:cubicBezTo>
                  <a:cubicBezTo>
                    <a:pt x="120015" y="176213"/>
                    <a:pt x="92393" y="178117"/>
                    <a:pt x="71438" y="178117"/>
                  </a:cubicBezTo>
                  <a:cubicBezTo>
                    <a:pt x="24765" y="178117"/>
                    <a:pt x="0" y="173355"/>
                    <a:pt x="0" y="124777"/>
                  </a:cubicBezTo>
                  <a:cubicBezTo>
                    <a:pt x="953" y="82867"/>
                    <a:pt x="22860" y="73342"/>
                    <a:pt x="63818" y="73342"/>
                  </a:cubicBezTo>
                  <a:lnTo>
                    <a:pt x="102870" y="73342"/>
                  </a:lnTo>
                  <a:lnTo>
                    <a:pt x="102870" y="61913"/>
                  </a:lnTo>
                  <a:cubicBezTo>
                    <a:pt x="102870" y="46672"/>
                    <a:pt x="93345" y="40005"/>
                    <a:pt x="73343" y="40005"/>
                  </a:cubicBezTo>
                  <a:lnTo>
                    <a:pt x="17145" y="40005"/>
                  </a:lnTo>
                  <a:cubicBezTo>
                    <a:pt x="13335" y="40005"/>
                    <a:pt x="12383" y="39052"/>
                    <a:pt x="12383" y="35242"/>
                  </a:cubicBezTo>
                  <a:lnTo>
                    <a:pt x="12383" y="9525"/>
                  </a:lnTo>
                  <a:cubicBezTo>
                    <a:pt x="12383" y="5715"/>
                    <a:pt x="13335" y="4763"/>
                    <a:pt x="17145" y="4763"/>
                  </a:cubicBezTo>
                  <a:cubicBezTo>
                    <a:pt x="36195" y="952"/>
                    <a:pt x="54293" y="0"/>
                    <a:pt x="73343" y="0"/>
                  </a:cubicBezTo>
                  <a:cubicBezTo>
                    <a:pt x="135255" y="952"/>
                    <a:pt x="148590" y="20955"/>
                    <a:pt x="148590" y="54292"/>
                  </a:cubicBezTo>
                  <a:close/>
                  <a:moveTo>
                    <a:pt x="66675" y="102870"/>
                  </a:moveTo>
                  <a:cubicBezTo>
                    <a:pt x="50483" y="102870"/>
                    <a:pt x="44768" y="108585"/>
                    <a:pt x="44768" y="121920"/>
                  </a:cubicBezTo>
                  <a:cubicBezTo>
                    <a:pt x="44768" y="137160"/>
                    <a:pt x="51435" y="140970"/>
                    <a:pt x="71438" y="140970"/>
                  </a:cubicBezTo>
                  <a:cubicBezTo>
                    <a:pt x="78105" y="140970"/>
                    <a:pt x="93345" y="140017"/>
                    <a:pt x="102870" y="138113"/>
                  </a:cubicBezTo>
                  <a:lnTo>
                    <a:pt x="102870" y="103822"/>
                  </a:lnTo>
                  <a:lnTo>
                    <a:pt x="66675" y="103822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2" name="Google Shape;82;p39"/>
            <p:cNvSpPr/>
            <p:nvPr/>
          </p:nvSpPr>
          <p:spPr>
            <a:xfrm>
              <a:off x="10787679" y="627166"/>
              <a:ext cx="36249" cy="73074"/>
            </a:xfrm>
            <a:custGeom>
              <a:avLst/>
              <a:gdLst/>
              <a:ahLst/>
              <a:cxnLst/>
              <a:rect l="l" t="t" r="r" b="b"/>
              <a:pathLst>
                <a:path w="120015" h="241935" extrusionOk="0">
                  <a:moveTo>
                    <a:pt x="115253" y="2857"/>
                  </a:moveTo>
                  <a:cubicBezTo>
                    <a:pt x="119063" y="3810"/>
                    <a:pt x="120015" y="4763"/>
                    <a:pt x="120015" y="8573"/>
                  </a:cubicBezTo>
                  <a:lnTo>
                    <a:pt x="120015" y="34290"/>
                  </a:lnTo>
                  <a:cubicBezTo>
                    <a:pt x="120015" y="38100"/>
                    <a:pt x="118110" y="39052"/>
                    <a:pt x="114300" y="39052"/>
                  </a:cubicBezTo>
                  <a:lnTo>
                    <a:pt x="89535" y="39052"/>
                  </a:lnTo>
                  <a:cubicBezTo>
                    <a:pt x="77153" y="39052"/>
                    <a:pt x="72390" y="40957"/>
                    <a:pt x="72390" y="51435"/>
                  </a:cubicBezTo>
                  <a:lnTo>
                    <a:pt x="72390" y="67627"/>
                  </a:lnTo>
                  <a:lnTo>
                    <a:pt x="110490" y="67627"/>
                  </a:lnTo>
                  <a:cubicBezTo>
                    <a:pt x="114300" y="67627"/>
                    <a:pt x="115253" y="69532"/>
                    <a:pt x="114300" y="73342"/>
                  </a:cubicBezTo>
                  <a:lnTo>
                    <a:pt x="109538" y="99060"/>
                  </a:lnTo>
                  <a:cubicBezTo>
                    <a:pt x="108585" y="101917"/>
                    <a:pt x="106680" y="103823"/>
                    <a:pt x="103822" y="103823"/>
                  </a:cubicBezTo>
                  <a:lnTo>
                    <a:pt x="72390" y="103823"/>
                  </a:lnTo>
                  <a:lnTo>
                    <a:pt x="72390" y="237173"/>
                  </a:lnTo>
                  <a:cubicBezTo>
                    <a:pt x="72390" y="240982"/>
                    <a:pt x="70485" y="241935"/>
                    <a:pt x="67628" y="241935"/>
                  </a:cubicBezTo>
                  <a:lnTo>
                    <a:pt x="30480" y="241935"/>
                  </a:lnTo>
                  <a:cubicBezTo>
                    <a:pt x="27622" y="241935"/>
                    <a:pt x="25717" y="240030"/>
                    <a:pt x="25717" y="237173"/>
                  </a:cubicBezTo>
                  <a:lnTo>
                    <a:pt x="25717" y="103823"/>
                  </a:lnTo>
                  <a:lnTo>
                    <a:pt x="5715" y="103823"/>
                  </a:lnTo>
                  <a:cubicBezTo>
                    <a:pt x="1905" y="103823"/>
                    <a:pt x="0" y="101917"/>
                    <a:pt x="0" y="99060"/>
                  </a:cubicBezTo>
                  <a:lnTo>
                    <a:pt x="0" y="72390"/>
                  </a:lnTo>
                  <a:cubicBezTo>
                    <a:pt x="0" y="69532"/>
                    <a:pt x="1905" y="67627"/>
                    <a:pt x="5715" y="67627"/>
                  </a:cubicBezTo>
                  <a:lnTo>
                    <a:pt x="25717" y="67627"/>
                  </a:lnTo>
                  <a:lnTo>
                    <a:pt x="25717" y="43815"/>
                  </a:lnTo>
                  <a:cubicBezTo>
                    <a:pt x="25717" y="4763"/>
                    <a:pt x="52388" y="0"/>
                    <a:pt x="80010" y="0"/>
                  </a:cubicBezTo>
                  <a:cubicBezTo>
                    <a:pt x="91440" y="0"/>
                    <a:pt x="103822" y="952"/>
                    <a:pt x="115253" y="285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3" name="Google Shape;83;p39"/>
            <p:cNvSpPr/>
            <p:nvPr/>
          </p:nvSpPr>
          <p:spPr>
            <a:xfrm>
              <a:off x="10828531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4" h="176212" extrusionOk="0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8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3" y="1905"/>
                    <a:pt x="46673" y="4763"/>
                  </a:cubicBezTo>
                  <a:lnTo>
                    <a:pt x="46673" y="88583"/>
                  </a:lnTo>
                  <a:cubicBezTo>
                    <a:pt x="46673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4" name="Google Shape;84;p39"/>
            <p:cNvSpPr/>
            <p:nvPr/>
          </p:nvSpPr>
          <p:spPr>
            <a:xfrm>
              <a:off x="10882330" y="633134"/>
              <a:ext cx="31934" cy="67968"/>
            </a:xfrm>
            <a:custGeom>
              <a:avLst/>
              <a:gdLst/>
              <a:ahLst/>
              <a:cxnLst/>
              <a:rect l="l" t="t" r="r" b="b"/>
              <a:pathLst>
                <a:path w="105727" h="225032" extrusionOk="0">
                  <a:moveTo>
                    <a:pt x="64770" y="243"/>
                  </a:moveTo>
                  <a:cubicBezTo>
                    <a:pt x="67628" y="-710"/>
                    <a:pt x="69533" y="1195"/>
                    <a:pt x="69533" y="5005"/>
                  </a:cubicBezTo>
                  <a:lnTo>
                    <a:pt x="69533" y="49773"/>
                  </a:lnTo>
                  <a:lnTo>
                    <a:pt x="98108" y="49773"/>
                  </a:lnTo>
                  <a:cubicBezTo>
                    <a:pt x="101918" y="49773"/>
                    <a:pt x="103823" y="51678"/>
                    <a:pt x="103823" y="54535"/>
                  </a:cubicBezTo>
                  <a:lnTo>
                    <a:pt x="103823" y="79300"/>
                  </a:lnTo>
                  <a:cubicBezTo>
                    <a:pt x="103823" y="82158"/>
                    <a:pt x="101918" y="84063"/>
                    <a:pt x="98108" y="84063"/>
                  </a:cubicBezTo>
                  <a:lnTo>
                    <a:pt x="69533" y="84063"/>
                  </a:lnTo>
                  <a:lnTo>
                    <a:pt x="69533" y="168835"/>
                  </a:lnTo>
                  <a:cubicBezTo>
                    <a:pt x="69533" y="182170"/>
                    <a:pt x="74295" y="185028"/>
                    <a:pt x="87630" y="185028"/>
                  </a:cubicBezTo>
                  <a:lnTo>
                    <a:pt x="100013" y="185028"/>
                  </a:lnTo>
                  <a:cubicBezTo>
                    <a:pt x="103823" y="185028"/>
                    <a:pt x="105728" y="185980"/>
                    <a:pt x="105728" y="189790"/>
                  </a:cubicBezTo>
                  <a:lnTo>
                    <a:pt x="105728" y="216460"/>
                  </a:lnTo>
                  <a:cubicBezTo>
                    <a:pt x="105728" y="220270"/>
                    <a:pt x="103823" y="222175"/>
                    <a:pt x="100965" y="222175"/>
                  </a:cubicBezTo>
                  <a:cubicBezTo>
                    <a:pt x="90488" y="224080"/>
                    <a:pt x="80963" y="225033"/>
                    <a:pt x="74295" y="225033"/>
                  </a:cubicBezTo>
                  <a:cubicBezTo>
                    <a:pt x="47625" y="225033"/>
                    <a:pt x="22860" y="224080"/>
                    <a:pt x="22860" y="185028"/>
                  </a:cubicBezTo>
                  <a:lnTo>
                    <a:pt x="22860" y="83110"/>
                  </a:lnTo>
                  <a:lnTo>
                    <a:pt x="4763" y="83110"/>
                  </a:lnTo>
                  <a:cubicBezTo>
                    <a:pt x="953" y="83110"/>
                    <a:pt x="0" y="81205"/>
                    <a:pt x="0" y="78348"/>
                  </a:cubicBezTo>
                  <a:lnTo>
                    <a:pt x="0" y="53583"/>
                  </a:lnTo>
                  <a:cubicBezTo>
                    <a:pt x="0" y="50725"/>
                    <a:pt x="1905" y="48820"/>
                    <a:pt x="4763" y="48820"/>
                  </a:cubicBezTo>
                  <a:lnTo>
                    <a:pt x="22860" y="48820"/>
                  </a:lnTo>
                  <a:lnTo>
                    <a:pt x="22860" y="14530"/>
                  </a:lnTo>
                  <a:cubicBezTo>
                    <a:pt x="22860" y="11673"/>
                    <a:pt x="23813" y="9768"/>
                    <a:pt x="27623" y="9768"/>
                  </a:cubicBezTo>
                  <a:lnTo>
                    <a:pt x="64770" y="243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5" name="Google Shape;85;p39"/>
            <p:cNvSpPr/>
            <p:nvPr/>
          </p:nvSpPr>
          <p:spPr>
            <a:xfrm>
              <a:off x="10921456" y="647592"/>
              <a:ext cx="46606" cy="53223"/>
            </a:xfrm>
            <a:custGeom>
              <a:avLst/>
              <a:gdLst/>
              <a:ahLst/>
              <a:cxnLst/>
              <a:rect l="l" t="t" r="r" b="b"/>
              <a:pathLst>
                <a:path w="154304" h="176212" extrusionOk="0">
                  <a:moveTo>
                    <a:pt x="149542" y="0"/>
                  </a:moveTo>
                  <a:cubicBezTo>
                    <a:pt x="152400" y="0"/>
                    <a:pt x="154305" y="1905"/>
                    <a:pt x="154305" y="4763"/>
                  </a:cubicBezTo>
                  <a:lnTo>
                    <a:pt x="154305" y="164783"/>
                  </a:lnTo>
                  <a:cubicBezTo>
                    <a:pt x="154305" y="168592"/>
                    <a:pt x="153353" y="169545"/>
                    <a:pt x="149542" y="170498"/>
                  </a:cubicBezTo>
                  <a:cubicBezTo>
                    <a:pt x="128588" y="174308"/>
                    <a:pt x="98108" y="176213"/>
                    <a:pt x="75247" y="176213"/>
                  </a:cubicBezTo>
                  <a:cubicBezTo>
                    <a:pt x="15240" y="176213"/>
                    <a:pt x="0" y="164783"/>
                    <a:pt x="0" y="10096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41910" y="0"/>
                  </a:lnTo>
                  <a:cubicBezTo>
                    <a:pt x="44767" y="0"/>
                    <a:pt x="46672" y="1905"/>
                    <a:pt x="46672" y="4763"/>
                  </a:cubicBezTo>
                  <a:lnTo>
                    <a:pt x="46672" y="88583"/>
                  </a:lnTo>
                  <a:cubicBezTo>
                    <a:pt x="46672" y="133350"/>
                    <a:pt x="51435" y="135255"/>
                    <a:pt x="80010" y="135255"/>
                  </a:cubicBezTo>
                  <a:lnTo>
                    <a:pt x="107633" y="135255"/>
                  </a:lnTo>
                  <a:lnTo>
                    <a:pt x="107633" y="4763"/>
                  </a:lnTo>
                  <a:cubicBezTo>
                    <a:pt x="107633" y="1905"/>
                    <a:pt x="109538" y="0"/>
                    <a:pt x="112395" y="0"/>
                  </a:cubicBezTo>
                  <a:lnTo>
                    <a:pt x="149542" y="0"/>
                  </a:ln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6" name="Google Shape;86;p39"/>
            <p:cNvSpPr/>
            <p:nvPr/>
          </p:nvSpPr>
          <p:spPr>
            <a:xfrm>
              <a:off x="10978994" y="647305"/>
              <a:ext cx="31071" cy="53223"/>
            </a:xfrm>
            <a:custGeom>
              <a:avLst/>
              <a:gdLst/>
              <a:ahLst/>
              <a:cxnLst/>
              <a:rect l="l" t="t" r="r" b="b"/>
              <a:pathLst>
                <a:path w="102870" h="176212" extrusionOk="0">
                  <a:moveTo>
                    <a:pt x="98108" y="2857"/>
                  </a:moveTo>
                  <a:cubicBezTo>
                    <a:pt x="101917" y="3810"/>
                    <a:pt x="102870" y="4763"/>
                    <a:pt x="102870" y="9525"/>
                  </a:cubicBezTo>
                  <a:lnTo>
                    <a:pt x="102870" y="35242"/>
                  </a:lnTo>
                  <a:cubicBezTo>
                    <a:pt x="102870" y="38100"/>
                    <a:pt x="100965" y="40005"/>
                    <a:pt x="97155" y="40005"/>
                  </a:cubicBezTo>
                  <a:lnTo>
                    <a:pt x="67628" y="40005"/>
                  </a:lnTo>
                  <a:cubicBezTo>
                    <a:pt x="51435" y="40005"/>
                    <a:pt x="45720" y="42863"/>
                    <a:pt x="45720" y="56198"/>
                  </a:cubicBezTo>
                  <a:lnTo>
                    <a:pt x="45720" y="171450"/>
                  </a:lnTo>
                  <a:cubicBezTo>
                    <a:pt x="45720" y="175260"/>
                    <a:pt x="43815" y="176213"/>
                    <a:pt x="40958" y="176213"/>
                  </a:cubicBezTo>
                  <a:lnTo>
                    <a:pt x="4763" y="176213"/>
                  </a:lnTo>
                  <a:cubicBezTo>
                    <a:pt x="1905" y="176213"/>
                    <a:pt x="0" y="174307"/>
                    <a:pt x="0" y="171450"/>
                  </a:cubicBezTo>
                  <a:lnTo>
                    <a:pt x="0" y="43815"/>
                  </a:lnTo>
                  <a:cubicBezTo>
                    <a:pt x="0" y="4763"/>
                    <a:pt x="27622" y="0"/>
                    <a:pt x="56197" y="0"/>
                  </a:cubicBezTo>
                  <a:cubicBezTo>
                    <a:pt x="65722" y="0"/>
                    <a:pt x="86678" y="952"/>
                    <a:pt x="98108" y="2857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7" name="Google Shape;87;p39"/>
            <p:cNvSpPr/>
            <p:nvPr/>
          </p:nvSpPr>
          <p:spPr>
            <a:xfrm>
              <a:off x="11015531" y="647581"/>
              <a:ext cx="46318" cy="53521"/>
            </a:xfrm>
            <a:custGeom>
              <a:avLst/>
              <a:gdLst/>
              <a:ahLst/>
              <a:cxnLst/>
              <a:rect l="l" t="t" r="r" b="b"/>
              <a:pathLst>
                <a:path w="153352" h="177201" extrusionOk="0">
                  <a:moveTo>
                    <a:pt x="153353" y="85762"/>
                  </a:moveTo>
                  <a:lnTo>
                    <a:pt x="153353" y="95287"/>
                  </a:lnTo>
                  <a:cubicBezTo>
                    <a:pt x="153353" y="101954"/>
                    <a:pt x="151448" y="103860"/>
                    <a:pt x="143828" y="103860"/>
                  </a:cubicBezTo>
                  <a:lnTo>
                    <a:pt x="46673" y="103860"/>
                  </a:lnTo>
                  <a:cubicBezTo>
                    <a:pt x="47625" y="131482"/>
                    <a:pt x="54292" y="137197"/>
                    <a:pt x="81915" y="137197"/>
                  </a:cubicBezTo>
                  <a:lnTo>
                    <a:pt x="137160" y="137197"/>
                  </a:lnTo>
                  <a:cubicBezTo>
                    <a:pt x="140017" y="137197"/>
                    <a:pt x="141923" y="139102"/>
                    <a:pt x="141923" y="141960"/>
                  </a:cubicBezTo>
                  <a:lnTo>
                    <a:pt x="141923" y="167677"/>
                  </a:lnTo>
                  <a:cubicBezTo>
                    <a:pt x="141923" y="171487"/>
                    <a:pt x="140017" y="172439"/>
                    <a:pt x="137160" y="172439"/>
                  </a:cubicBezTo>
                  <a:cubicBezTo>
                    <a:pt x="120967" y="176250"/>
                    <a:pt x="98108" y="177202"/>
                    <a:pt x="78105" y="177202"/>
                  </a:cubicBezTo>
                  <a:cubicBezTo>
                    <a:pt x="15240" y="177202"/>
                    <a:pt x="0" y="159104"/>
                    <a:pt x="0" y="88620"/>
                  </a:cubicBezTo>
                  <a:cubicBezTo>
                    <a:pt x="0" y="17182"/>
                    <a:pt x="15240" y="37"/>
                    <a:pt x="78105" y="37"/>
                  </a:cubicBezTo>
                  <a:cubicBezTo>
                    <a:pt x="138113" y="-915"/>
                    <a:pt x="153353" y="16229"/>
                    <a:pt x="153353" y="85762"/>
                  </a:cubicBezTo>
                  <a:close/>
                  <a:moveTo>
                    <a:pt x="45720" y="73379"/>
                  </a:moveTo>
                  <a:lnTo>
                    <a:pt x="107633" y="73379"/>
                  </a:lnTo>
                  <a:cubicBezTo>
                    <a:pt x="107633" y="45757"/>
                    <a:pt x="100013" y="39089"/>
                    <a:pt x="77153" y="39089"/>
                  </a:cubicBezTo>
                  <a:cubicBezTo>
                    <a:pt x="54292" y="39089"/>
                    <a:pt x="46673" y="45757"/>
                    <a:pt x="45720" y="73379"/>
                  </a:cubicBezTo>
                  <a:close/>
                </a:path>
              </a:pathLst>
            </a:custGeom>
            <a:solidFill>
              <a:srgbClr val="5EBFD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8" name="Google Shape;88;p39"/>
            <p:cNvSpPr/>
            <p:nvPr/>
          </p:nvSpPr>
          <p:spPr>
            <a:xfrm>
              <a:off x="11087350" y="649031"/>
              <a:ext cx="72705" cy="51784"/>
            </a:xfrm>
            <a:custGeom>
              <a:avLst/>
              <a:gdLst/>
              <a:ahLst/>
              <a:cxnLst/>
              <a:rect l="l" t="t" r="r" b="b"/>
              <a:pathLst>
                <a:path w="240716" h="171450" extrusionOk="0">
                  <a:moveTo>
                    <a:pt x="236563" y="0"/>
                  </a:moveTo>
                  <a:cubicBezTo>
                    <a:pt x="240373" y="0"/>
                    <a:pt x="241326" y="952"/>
                    <a:pt x="240373" y="4763"/>
                  </a:cubicBezTo>
                  <a:lnTo>
                    <a:pt x="212751" y="136208"/>
                  </a:lnTo>
                  <a:cubicBezTo>
                    <a:pt x="206083" y="166688"/>
                    <a:pt x="201321" y="171450"/>
                    <a:pt x="176556" y="171450"/>
                  </a:cubicBezTo>
                  <a:cubicBezTo>
                    <a:pt x="148933" y="171450"/>
                    <a:pt x="147981" y="167640"/>
                    <a:pt x="140361" y="136208"/>
                  </a:cubicBezTo>
                  <a:lnTo>
                    <a:pt x="120358" y="49530"/>
                  </a:lnTo>
                  <a:lnTo>
                    <a:pt x="100356" y="136208"/>
                  </a:lnTo>
                  <a:cubicBezTo>
                    <a:pt x="92736" y="167640"/>
                    <a:pt x="91783" y="171450"/>
                    <a:pt x="64161" y="171450"/>
                  </a:cubicBezTo>
                  <a:cubicBezTo>
                    <a:pt x="39396" y="171450"/>
                    <a:pt x="34633" y="166688"/>
                    <a:pt x="27966" y="136208"/>
                  </a:cubicBezTo>
                  <a:lnTo>
                    <a:pt x="344" y="4763"/>
                  </a:lnTo>
                  <a:cubicBezTo>
                    <a:pt x="-609" y="952"/>
                    <a:pt x="344" y="0"/>
                    <a:pt x="4154" y="0"/>
                  </a:cubicBezTo>
                  <a:lnTo>
                    <a:pt x="27013" y="0"/>
                  </a:lnTo>
                  <a:cubicBezTo>
                    <a:pt x="28919" y="0"/>
                    <a:pt x="29871" y="952"/>
                    <a:pt x="30823" y="4763"/>
                  </a:cubicBezTo>
                  <a:lnTo>
                    <a:pt x="56541" y="132398"/>
                  </a:lnTo>
                  <a:cubicBezTo>
                    <a:pt x="59398" y="142875"/>
                    <a:pt x="61304" y="143827"/>
                    <a:pt x="65113" y="143827"/>
                  </a:cubicBezTo>
                  <a:cubicBezTo>
                    <a:pt x="70829" y="143827"/>
                    <a:pt x="70829" y="142875"/>
                    <a:pt x="73686" y="132398"/>
                  </a:cubicBezTo>
                  <a:lnTo>
                    <a:pt x="103213" y="9525"/>
                  </a:lnTo>
                  <a:cubicBezTo>
                    <a:pt x="104166" y="5715"/>
                    <a:pt x="105119" y="4763"/>
                    <a:pt x="107976" y="4763"/>
                  </a:cubicBezTo>
                  <a:lnTo>
                    <a:pt x="133694" y="4763"/>
                  </a:lnTo>
                  <a:cubicBezTo>
                    <a:pt x="136551" y="4763"/>
                    <a:pt x="137504" y="5715"/>
                    <a:pt x="138456" y="9525"/>
                  </a:cubicBezTo>
                  <a:lnTo>
                    <a:pt x="168936" y="132398"/>
                  </a:lnTo>
                  <a:cubicBezTo>
                    <a:pt x="171794" y="142875"/>
                    <a:pt x="171794" y="143827"/>
                    <a:pt x="177508" y="143827"/>
                  </a:cubicBezTo>
                  <a:cubicBezTo>
                    <a:pt x="181319" y="143827"/>
                    <a:pt x="183223" y="142875"/>
                    <a:pt x="186081" y="132398"/>
                  </a:cubicBezTo>
                  <a:lnTo>
                    <a:pt x="211798" y="4763"/>
                  </a:lnTo>
                  <a:cubicBezTo>
                    <a:pt x="212751" y="952"/>
                    <a:pt x="213704" y="0"/>
                    <a:pt x="215608" y="0"/>
                  </a:cubicBezTo>
                  <a:lnTo>
                    <a:pt x="23656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89" name="Google Shape;89;p39"/>
            <p:cNvSpPr/>
            <p:nvPr/>
          </p:nvSpPr>
          <p:spPr>
            <a:xfrm>
              <a:off x="11167719" y="648168"/>
              <a:ext cx="42578" cy="52360"/>
            </a:xfrm>
            <a:custGeom>
              <a:avLst/>
              <a:gdLst/>
              <a:ahLst/>
              <a:cxnLst/>
              <a:rect l="l" t="t" r="r" b="b"/>
              <a:pathLst>
                <a:path w="140969" h="173355" extrusionOk="0">
                  <a:moveTo>
                    <a:pt x="140970" y="82868"/>
                  </a:moveTo>
                  <a:lnTo>
                    <a:pt x="140970" y="91440"/>
                  </a:lnTo>
                  <a:cubicBezTo>
                    <a:pt x="140970" y="98108"/>
                    <a:pt x="139065" y="100013"/>
                    <a:pt x="129540" y="100013"/>
                  </a:cubicBezTo>
                  <a:lnTo>
                    <a:pt x="30480" y="100013"/>
                  </a:lnTo>
                  <a:cubicBezTo>
                    <a:pt x="31432" y="138113"/>
                    <a:pt x="38100" y="147638"/>
                    <a:pt x="71438" y="147638"/>
                  </a:cubicBezTo>
                  <a:lnTo>
                    <a:pt x="122872" y="147638"/>
                  </a:lnTo>
                  <a:cubicBezTo>
                    <a:pt x="125730" y="147638"/>
                    <a:pt x="127635" y="149543"/>
                    <a:pt x="127635" y="152400"/>
                  </a:cubicBezTo>
                  <a:lnTo>
                    <a:pt x="127635" y="165735"/>
                  </a:lnTo>
                  <a:cubicBezTo>
                    <a:pt x="127635" y="168593"/>
                    <a:pt x="125730" y="170498"/>
                    <a:pt x="122872" y="170498"/>
                  </a:cubicBezTo>
                  <a:cubicBezTo>
                    <a:pt x="106680" y="172403"/>
                    <a:pt x="89535" y="173355"/>
                    <a:pt x="70485" y="173355"/>
                  </a:cubicBezTo>
                  <a:cubicBezTo>
                    <a:pt x="12382" y="173355"/>
                    <a:pt x="0" y="156210"/>
                    <a:pt x="0" y="86678"/>
                  </a:cubicBezTo>
                  <a:cubicBezTo>
                    <a:pt x="0" y="17145"/>
                    <a:pt x="12382" y="0"/>
                    <a:pt x="70485" y="0"/>
                  </a:cubicBezTo>
                  <a:cubicBezTo>
                    <a:pt x="126682" y="953"/>
                    <a:pt x="140017" y="17145"/>
                    <a:pt x="140970" y="82868"/>
                  </a:cubicBezTo>
                  <a:close/>
                  <a:moveTo>
                    <a:pt x="30480" y="76200"/>
                  </a:moveTo>
                  <a:lnTo>
                    <a:pt x="111442" y="76200"/>
                  </a:lnTo>
                  <a:cubicBezTo>
                    <a:pt x="110490" y="37148"/>
                    <a:pt x="103822" y="26670"/>
                    <a:pt x="72390" y="26670"/>
                  </a:cubicBezTo>
                  <a:cubicBezTo>
                    <a:pt x="38100" y="26670"/>
                    <a:pt x="31432" y="37148"/>
                    <a:pt x="30480" y="7620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0" name="Google Shape;90;p39"/>
            <p:cNvSpPr/>
            <p:nvPr/>
          </p:nvSpPr>
          <p:spPr>
            <a:xfrm>
              <a:off x="11240217" y="648630"/>
              <a:ext cx="37687" cy="52472"/>
            </a:xfrm>
            <a:custGeom>
              <a:avLst/>
              <a:gdLst/>
              <a:ahLst/>
              <a:cxnLst/>
              <a:rect l="l" t="t" r="r" b="b"/>
              <a:pathLst>
                <a:path w="124777" h="173728" extrusionOk="0">
                  <a:moveTo>
                    <a:pt x="120015" y="2279"/>
                  </a:moveTo>
                  <a:cubicBezTo>
                    <a:pt x="122873" y="2279"/>
                    <a:pt x="124778" y="4184"/>
                    <a:pt x="124778" y="7994"/>
                  </a:cubicBezTo>
                  <a:lnTo>
                    <a:pt x="124778" y="21329"/>
                  </a:lnTo>
                  <a:cubicBezTo>
                    <a:pt x="124778" y="24186"/>
                    <a:pt x="122873" y="26091"/>
                    <a:pt x="120015" y="26091"/>
                  </a:cubicBezTo>
                  <a:lnTo>
                    <a:pt x="73343" y="26091"/>
                  </a:lnTo>
                  <a:cubicBezTo>
                    <a:pt x="36195" y="26091"/>
                    <a:pt x="31433" y="38474"/>
                    <a:pt x="31433" y="87051"/>
                  </a:cubicBezTo>
                  <a:cubicBezTo>
                    <a:pt x="31433" y="135629"/>
                    <a:pt x="36195" y="147059"/>
                    <a:pt x="73343" y="147059"/>
                  </a:cubicBezTo>
                  <a:lnTo>
                    <a:pt x="120015" y="147059"/>
                  </a:lnTo>
                  <a:cubicBezTo>
                    <a:pt x="122873" y="147059"/>
                    <a:pt x="124778" y="148964"/>
                    <a:pt x="124778" y="151821"/>
                  </a:cubicBezTo>
                  <a:lnTo>
                    <a:pt x="124778" y="165156"/>
                  </a:lnTo>
                  <a:cubicBezTo>
                    <a:pt x="124778" y="168014"/>
                    <a:pt x="122873" y="169919"/>
                    <a:pt x="120015" y="170871"/>
                  </a:cubicBezTo>
                  <a:cubicBezTo>
                    <a:pt x="103823" y="172776"/>
                    <a:pt x="85725" y="173729"/>
                    <a:pt x="72390" y="173729"/>
                  </a:cubicBezTo>
                  <a:cubicBezTo>
                    <a:pt x="12383" y="173729"/>
                    <a:pt x="0" y="156584"/>
                    <a:pt x="0" y="87051"/>
                  </a:cubicBezTo>
                  <a:cubicBezTo>
                    <a:pt x="0" y="17519"/>
                    <a:pt x="11430" y="374"/>
                    <a:pt x="72390" y="374"/>
                  </a:cubicBezTo>
                  <a:cubicBezTo>
                    <a:pt x="85725" y="-579"/>
                    <a:pt x="103823" y="374"/>
                    <a:pt x="120015" y="227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1" name="Google Shape;91;p39"/>
            <p:cNvSpPr/>
            <p:nvPr/>
          </p:nvSpPr>
          <p:spPr>
            <a:xfrm>
              <a:off x="11284522" y="648455"/>
              <a:ext cx="40564" cy="52072"/>
            </a:xfrm>
            <a:custGeom>
              <a:avLst/>
              <a:gdLst/>
              <a:ahLst/>
              <a:cxnLst/>
              <a:rect l="l" t="t" r="r" b="b"/>
              <a:pathLst>
                <a:path w="134302" h="172402" extrusionOk="0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2" name="Google Shape;92;p39"/>
            <p:cNvSpPr/>
            <p:nvPr/>
          </p:nvSpPr>
          <p:spPr>
            <a:xfrm>
              <a:off x="11337169" y="648719"/>
              <a:ext cx="43154" cy="51521"/>
            </a:xfrm>
            <a:custGeom>
              <a:avLst/>
              <a:gdLst/>
              <a:ahLst/>
              <a:cxnLst/>
              <a:rect l="l" t="t" r="r" b="b"/>
              <a:pathLst>
                <a:path w="142875" h="170577" extrusionOk="0">
                  <a:moveTo>
                    <a:pt x="142875" y="71517"/>
                  </a:moveTo>
                  <a:lnTo>
                    <a:pt x="142875" y="165815"/>
                  </a:lnTo>
                  <a:cubicBezTo>
                    <a:pt x="142875" y="168672"/>
                    <a:pt x="140970" y="170577"/>
                    <a:pt x="137160" y="170577"/>
                  </a:cubicBezTo>
                  <a:lnTo>
                    <a:pt x="117157" y="170577"/>
                  </a:lnTo>
                  <a:cubicBezTo>
                    <a:pt x="114300" y="170577"/>
                    <a:pt x="112395" y="168672"/>
                    <a:pt x="112395" y="165815"/>
                  </a:cubicBezTo>
                  <a:lnTo>
                    <a:pt x="112395" y="74375"/>
                  </a:lnTo>
                  <a:cubicBezTo>
                    <a:pt x="112395" y="26750"/>
                    <a:pt x="102870" y="24845"/>
                    <a:pt x="73343" y="24845"/>
                  </a:cubicBezTo>
                  <a:lnTo>
                    <a:pt x="30480" y="24845"/>
                  </a:lnTo>
                  <a:lnTo>
                    <a:pt x="30480" y="165815"/>
                  </a:lnTo>
                  <a:cubicBezTo>
                    <a:pt x="30480" y="168672"/>
                    <a:pt x="28575" y="170577"/>
                    <a:pt x="25718" y="170577"/>
                  </a:cubicBezTo>
                  <a:lnTo>
                    <a:pt x="4763" y="170577"/>
                  </a:lnTo>
                  <a:cubicBezTo>
                    <a:pt x="1905" y="170577"/>
                    <a:pt x="0" y="168672"/>
                    <a:pt x="0" y="165815"/>
                  </a:cubicBezTo>
                  <a:lnTo>
                    <a:pt x="0" y="9605"/>
                  </a:lnTo>
                  <a:cubicBezTo>
                    <a:pt x="0" y="5795"/>
                    <a:pt x="1905" y="4842"/>
                    <a:pt x="4763" y="4842"/>
                  </a:cubicBezTo>
                  <a:cubicBezTo>
                    <a:pt x="28575" y="80"/>
                    <a:pt x="54293" y="80"/>
                    <a:pt x="69532" y="80"/>
                  </a:cubicBezTo>
                  <a:cubicBezTo>
                    <a:pt x="125730" y="-873"/>
                    <a:pt x="142875" y="5795"/>
                    <a:pt x="142875" y="7151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3" name="Google Shape;93;p39"/>
            <p:cNvSpPr/>
            <p:nvPr/>
          </p:nvSpPr>
          <p:spPr>
            <a:xfrm>
              <a:off x="11411106" y="648455"/>
              <a:ext cx="40564" cy="52072"/>
            </a:xfrm>
            <a:custGeom>
              <a:avLst/>
              <a:gdLst/>
              <a:ahLst/>
              <a:cxnLst/>
              <a:rect l="l" t="t" r="r" b="b"/>
              <a:pathLst>
                <a:path w="134302" h="172402" extrusionOk="0">
                  <a:moveTo>
                    <a:pt x="134302" y="48577"/>
                  </a:moveTo>
                  <a:lnTo>
                    <a:pt x="134302" y="157163"/>
                  </a:lnTo>
                  <a:cubicBezTo>
                    <a:pt x="134302" y="160020"/>
                    <a:pt x="134302" y="163830"/>
                    <a:pt x="128588" y="165735"/>
                  </a:cubicBezTo>
                  <a:cubicBezTo>
                    <a:pt x="118110" y="169545"/>
                    <a:pt x="90488" y="172402"/>
                    <a:pt x="60007" y="172402"/>
                  </a:cubicBezTo>
                  <a:cubicBezTo>
                    <a:pt x="19050" y="172402"/>
                    <a:pt x="0" y="163830"/>
                    <a:pt x="0" y="121920"/>
                  </a:cubicBezTo>
                  <a:cubicBezTo>
                    <a:pt x="0" y="84772"/>
                    <a:pt x="20002" y="74295"/>
                    <a:pt x="55245" y="74295"/>
                  </a:cubicBezTo>
                  <a:lnTo>
                    <a:pt x="105727" y="74295"/>
                  </a:lnTo>
                  <a:lnTo>
                    <a:pt x="105727" y="53340"/>
                  </a:lnTo>
                  <a:cubicBezTo>
                    <a:pt x="105727" y="34290"/>
                    <a:pt x="94297" y="25717"/>
                    <a:pt x="65722" y="25717"/>
                  </a:cubicBezTo>
                  <a:lnTo>
                    <a:pt x="19050" y="25717"/>
                  </a:lnTo>
                  <a:cubicBezTo>
                    <a:pt x="15240" y="25717"/>
                    <a:pt x="14288" y="24765"/>
                    <a:pt x="14288" y="20955"/>
                  </a:cubicBezTo>
                  <a:lnTo>
                    <a:pt x="14288" y="8572"/>
                  </a:lnTo>
                  <a:cubicBezTo>
                    <a:pt x="14288" y="4763"/>
                    <a:pt x="15240" y="3810"/>
                    <a:pt x="19050" y="3810"/>
                  </a:cubicBezTo>
                  <a:cubicBezTo>
                    <a:pt x="37147" y="952"/>
                    <a:pt x="53340" y="0"/>
                    <a:pt x="65722" y="0"/>
                  </a:cubicBezTo>
                  <a:cubicBezTo>
                    <a:pt x="112395" y="0"/>
                    <a:pt x="134302" y="15240"/>
                    <a:pt x="134302" y="48577"/>
                  </a:cubicBezTo>
                  <a:close/>
                  <a:moveTo>
                    <a:pt x="54292" y="99060"/>
                  </a:moveTo>
                  <a:cubicBezTo>
                    <a:pt x="37147" y="99060"/>
                    <a:pt x="28575" y="104775"/>
                    <a:pt x="28575" y="121920"/>
                  </a:cubicBezTo>
                  <a:cubicBezTo>
                    <a:pt x="28575" y="142875"/>
                    <a:pt x="39052" y="146685"/>
                    <a:pt x="64770" y="146685"/>
                  </a:cubicBezTo>
                  <a:cubicBezTo>
                    <a:pt x="74295" y="146685"/>
                    <a:pt x="92392" y="145732"/>
                    <a:pt x="104775" y="142875"/>
                  </a:cubicBezTo>
                  <a:lnTo>
                    <a:pt x="104775" y="98107"/>
                  </a:lnTo>
                  <a:lnTo>
                    <a:pt x="54292" y="98107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4" name="Google Shape;94;p39"/>
            <p:cNvSpPr/>
            <p:nvPr/>
          </p:nvSpPr>
          <p:spPr>
            <a:xfrm>
              <a:off x="11464041" y="629180"/>
              <a:ext cx="9206" cy="71060"/>
            </a:xfrm>
            <a:custGeom>
              <a:avLst/>
              <a:gdLst/>
              <a:ahLst/>
              <a:cxnLst/>
              <a:rect l="l" t="t" r="r" b="b"/>
              <a:pathLst>
                <a:path w="30479" h="235267" extrusionOk="0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5" name="Google Shape;95;p39"/>
            <p:cNvSpPr/>
            <p:nvPr/>
          </p:nvSpPr>
          <p:spPr>
            <a:xfrm>
              <a:off x="11485906" y="629180"/>
              <a:ext cx="9206" cy="71060"/>
            </a:xfrm>
            <a:custGeom>
              <a:avLst/>
              <a:gdLst/>
              <a:ahLst/>
              <a:cxnLst/>
              <a:rect l="l" t="t" r="r" b="b"/>
              <a:pathLst>
                <a:path w="30479" h="235267" extrusionOk="0">
                  <a:moveTo>
                    <a:pt x="25717" y="0"/>
                  </a:moveTo>
                  <a:cubicBezTo>
                    <a:pt x="28575" y="0"/>
                    <a:pt x="30480" y="1905"/>
                    <a:pt x="30480" y="4763"/>
                  </a:cubicBezTo>
                  <a:lnTo>
                    <a:pt x="30480" y="230505"/>
                  </a:lnTo>
                  <a:cubicBezTo>
                    <a:pt x="30480" y="233363"/>
                    <a:pt x="28575" y="235268"/>
                    <a:pt x="25717" y="235268"/>
                  </a:cubicBezTo>
                  <a:lnTo>
                    <a:pt x="4763" y="235268"/>
                  </a:lnTo>
                  <a:cubicBezTo>
                    <a:pt x="1905" y="235268"/>
                    <a:pt x="0" y="233363"/>
                    <a:pt x="0" y="230505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4763" y="0"/>
                  </a:cubicBezTo>
                  <a:lnTo>
                    <a:pt x="25717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6" name="Google Shape;96;p39"/>
            <p:cNvSpPr/>
            <p:nvPr/>
          </p:nvSpPr>
          <p:spPr>
            <a:xfrm>
              <a:off x="11525607" y="634571"/>
              <a:ext cx="27618" cy="66531"/>
            </a:xfrm>
            <a:custGeom>
              <a:avLst/>
              <a:gdLst/>
              <a:ahLst/>
              <a:cxnLst/>
              <a:rect l="l" t="t" r="r" b="b"/>
              <a:pathLst>
                <a:path w="91440" h="220275" extrusionOk="0">
                  <a:moveTo>
                    <a:pt x="45720" y="248"/>
                  </a:moveTo>
                  <a:cubicBezTo>
                    <a:pt x="49530" y="-705"/>
                    <a:pt x="51435" y="1200"/>
                    <a:pt x="51435" y="4058"/>
                  </a:cubicBezTo>
                  <a:lnTo>
                    <a:pt x="51435" y="47873"/>
                  </a:lnTo>
                  <a:lnTo>
                    <a:pt x="83820" y="47873"/>
                  </a:lnTo>
                  <a:cubicBezTo>
                    <a:pt x="87630" y="47873"/>
                    <a:pt x="88582" y="49778"/>
                    <a:pt x="88582" y="52635"/>
                  </a:cubicBezTo>
                  <a:lnTo>
                    <a:pt x="88582" y="66923"/>
                  </a:lnTo>
                  <a:cubicBezTo>
                    <a:pt x="88582" y="69780"/>
                    <a:pt x="86678" y="71685"/>
                    <a:pt x="83820" y="71685"/>
                  </a:cubicBezTo>
                  <a:lnTo>
                    <a:pt x="51435" y="71685"/>
                  </a:lnTo>
                  <a:lnTo>
                    <a:pt x="51435" y="176460"/>
                  </a:lnTo>
                  <a:cubicBezTo>
                    <a:pt x="51435" y="189795"/>
                    <a:pt x="55245" y="193605"/>
                    <a:pt x="71438" y="193605"/>
                  </a:cubicBezTo>
                  <a:lnTo>
                    <a:pt x="86678" y="193605"/>
                  </a:lnTo>
                  <a:cubicBezTo>
                    <a:pt x="90488" y="193605"/>
                    <a:pt x="91440" y="194558"/>
                    <a:pt x="91440" y="198368"/>
                  </a:cubicBezTo>
                  <a:lnTo>
                    <a:pt x="91440" y="213608"/>
                  </a:lnTo>
                  <a:cubicBezTo>
                    <a:pt x="91440" y="216465"/>
                    <a:pt x="89535" y="218370"/>
                    <a:pt x="86678" y="218370"/>
                  </a:cubicBezTo>
                  <a:cubicBezTo>
                    <a:pt x="80010" y="220275"/>
                    <a:pt x="72390" y="220275"/>
                    <a:pt x="69532" y="220275"/>
                  </a:cubicBezTo>
                  <a:cubicBezTo>
                    <a:pt x="47625" y="220275"/>
                    <a:pt x="21907" y="220275"/>
                    <a:pt x="21907" y="185033"/>
                  </a:cubicBezTo>
                  <a:lnTo>
                    <a:pt x="21907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5720" y="2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7" name="Google Shape;97;p39"/>
            <p:cNvSpPr/>
            <p:nvPr/>
          </p:nvSpPr>
          <p:spPr>
            <a:xfrm>
              <a:off x="11561568" y="648455"/>
              <a:ext cx="26468" cy="52360"/>
            </a:xfrm>
            <a:custGeom>
              <a:avLst/>
              <a:gdLst/>
              <a:ahLst/>
              <a:cxnLst/>
              <a:rect l="l" t="t" r="r" b="b"/>
              <a:pathLst>
                <a:path w="87630" h="173354" extrusionOk="0">
                  <a:moveTo>
                    <a:pt x="82868" y="3810"/>
                  </a:moveTo>
                  <a:cubicBezTo>
                    <a:pt x="85725" y="4763"/>
                    <a:pt x="87630" y="5715"/>
                    <a:pt x="87630" y="9525"/>
                  </a:cubicBezTo>
                  <a:lnTo>
                    <a:pt x="87630" y="22860"/>
                  </a:lnTo>
                  <a:cubicBezTo>
                    <a:pt x="87630" y="25717"/>
                    <a:pt x="85725" y="27622"/>
                    <a:pt x="82868" y="27622"/>
                  </a:cubicBezTo>
                  <a:lnTo>
                    <a:pt x="56197" y="27622"/>
                  </a:lnTo>
                  <a:cubicBezTo>
                    <a:pt x="34290" y="27622"/>
                    <a:pt x="29528" y="31432"/>
                    <a:pt x="29528" y="44767"/>
                  </a:cubicBezTo>
                  <a:lnTo>
                    <a:pt x="29528" y="168592"/>
                  </a:lnTo>
                  <a:cubicBezTo>
                    <a:pt x="29528" y="171450"/>
                    <a:pt x="27622" y="173355"/>
                    <a:pt x="24765" y="173355"/>
                  </a:cubicBezTo>
                  <a:lnTo>
                    <a:pt x="4763" y="173355"/>
                  </a:lnTo>
                  <a:cubicBezTo>
                    <a:pt x="1905" y="173355"/>
                    <a:pt x="0" y="171450"/>
                    <a:pt x="0" y="168592"/>
                  </a:cubicBezTo>
                  <a:lnTo>
                    <a:pt x="0" y="36195"/>
                  </a:lnTo>
                  <a:cubicBezTo>
                    <a:pt x="0" y="952"/>
                    <a:pt x="31432" y="0"/>
                    <a:pt x="49530" y="0"/>
                  </a:cubicBezTo>
                  <a:cubicBezTo>
                    <a:pt x="55245" y="0"/>
                    <a:pt x="77153" y="952"/>
                    <a:pt x="82868" y="3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8" name="Google Shape;98;p39"/>
            <p:cNvSpPr/>
            <p:nvPr/>
          </p:nvSpPr>
          <p:spPr>
            <a:xfrm>
              <a:off x="11595228" y="648743"/>
              <a:ext cx="42866" cy="52072"/>
            </a:xfrm>
            <a:custGeom>
              <a:avLst/>
              <a:gdLst/>
              <a:ahLst/>
              <a:cxnLst/>
              <a:rect l="l" t="t" r="r" b="b"/>
              <a:pathLst>
                <a:path w="141922" h="172402" extrusionOk="0">
                  <a:moveTo>
                    <a:pt x="137160" y="952"/>
                  </a:moveTo>
                  <a:cubicBezTo>
                    <a:pt x="140017" y="952"/>
                    <a:pt x="141922" y="2857"/>
                    <a:pt x="141922" y="5715"/>
                  </a:cubicBezTo>
                  <a:lnTo>
                    <a:pt x="141922" y="162877"/>
                  </a:lnTo>
                  <a:cubicBezTo>
                    <a:pt x="141922" y="166688"/>
                    <a:pt x="140017" y="166688"/>
                    <a:pt x="137160" y="167640"/>
                  </a:cubicBezTo>
                  <a:cubicBezTo>
                    <a:pt x="112395" y="172402"/>
                    <a:pt x="86677" y="172402"/>
                    <a:pt x="72390" y="172402"/>
                  </a:cubicBezTo>
                  <a:cubicBezTo>
                    <a:pt x="17145" y="172402"/>
                    <a:pt x="0" y="164782"/>
                    <a:pt x="0" y="99060"/>
                  </a:cubicBezTo>
                  <a:lnTo>
                    <a:pt x="0" y="4763"/>
                  </a:lnTo>
                  <a:cubicBezTo>
                    <a:pt x="0" y="1905"/>
                    <a:pt x="1905" y="0"/>
                    <a:pt x="5715" y="0"/>
                  </a:cubicBezTo>
                  <a:lnTo>
                    <a:pt x="25717" y="0"/>
                  </a:lnTo>
                  <a:cubicBezTo>
                    <a:pt x="28575" y="0"/>
                    <a:pt x="30480" y="1905"/>
                    <a:pt x="30480" y="4763"/>
                  </a:cubicBezTo>
                  <a:lnTo>
                    <a:pt x="30480" y="96202"/>
                  </a:lnTo>
                  <a:cubicBezTo>
                    <a:pt x="30480" y="143827"/>
                    <a:pt x="40005" y="145732"/>
                    <a:pt x="69532" y="145732"/>
                  </a:cubicBezTo>
                  <a:lnTo>
                    <a:pt x="112395" y="145732"/>
                  </a:lnTo>
                  <a:lnTo>
                    <a:pt x="112395" y="5715"/>
                  </a:lnTo>
                  <a:cubicBezTo>
                    <a:pt x="112395" y="2857"/>
                    <a:pt x="114300" y="952"/>
                    <a:pt x="117157" y="952"/>
                  </a:cubicBezTo>
                  <a:lnTo>
                    <a:pt x="137160" y="95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99" name="Google Shape;99;p39"/>
            <p:cNvSpPr/>
            <p:nvPr/>
          </p:nvSpPr>
          <p:spPr>
            <a:xfrm>
              <a:off x="11648451" y="648168"/>
              <a:ext cx="37687" cy="52647"/>
            </a:xfrm>
            <a:custGeom>
              <a:avLst/>
              <a:gdLst/>
              <a:ahLst/>
              <a:cxnLst/>
              <a:rect l="l" t="t" r="r" b="b"/>
              <a:pathLst>
                <a:path w="124777" h="174307" extrusionOk="0">
                  <a:moveTo>
                    <a:pt x="114300" y="3810"/>
                  </a:moveTo>
                  <a:cubicBezTo>
                    <a:pt x="117157" y="3810"/>
                    <a:pt x="119063" y="5715"/>
                    <a:pt x="119063" y="8573"/>
                  </a:cubicBezTo>
                  <a:lnTo>
                    <a:pt x="119063" y="21908"/>
                  </a:lnTo>
                  <a:cubicBezTo>
                    <a:pt x="119063" y="24765"/>
                    <a:pt x="117157" y="26670"/>
                    <a:pt x="114300" y="26670"/>
                  </a:cubicBezTo>
                  <a:lnTo>
                    <a:pt x="56197" y="26670"/>
                  </a:lnTo>
                  <a:cubicBezTo>
                    <a:pt x="41910" y="26670"/>
                    <a:pt x="33338" y="31433"/>
                    <a:pt x="33338" y="42863"/>
                  </a:cubicBezTo>
                  <a:lnTo>
                    <a:pt x="33338" y="46673"/>
                  </a:lnTo>
                  <a:cubicBezTo>
                    <a:pt x="33338" y="55245"/>
                    <a:pt x="37147" y="62865"/>
                    <a:pt x="52388" y="68580"/>
                  </a:cubicBezTo>
                  <a:lnTo>
                    <a:pt x="93345" y="84773"/>
                  </a:lnTo>
                  <a:cubicBezTo>
                    <a:pt x="121920" y="95250"/>
                    <a:pt x="124777" y="111443"/>
                    <a:pt x="124777" y="128588"/>
                  </a:cubicBezTo>
                  <a:lnTo>
                    <a:pt x="124777" y="132398"/>
                  </a:lnTo>
                  <a:cubicBezTo>
                    <a:pt x="124777" y="167640"/>
                    <a:pt x="103822" y="174308"/>
                    <a:pt x="61913" y="174308"/>
                  </a:cubicBezTo>
                  <a:cubicBezTo>
                    <a:pt x="35242" y="174308"/>
                    <a:pt x="10477" y="172403"/>
                    <a:pt x="4763" y="171450"/>
                  </a:cubicBezTo>
                  <a:cubicBezTo>
                    <a:pt x="952" y="171450"/>
                    <a:pt x="0" y="169545"/>
                    <a:pt x="0" y="166688"/>
                  </a:cubicBezTo>
                  <a:lnTo>
                    <a:pt x="0" y="153353"/>
                  </a:lnTo>
                  <a:cubicBezTo>
                    <a:pt x="0" y="150495"/>
                    <a:pt x="1905" y="148590"/>
                    <a:pt x="4763" y="148590"/>
                  </a:cubicBezTo>
                  <a:lnTo>
                    <a:pt x="61913" y="148590"/>
                  </a:lnTo>
                  <a:cubicBezTo>
                    <a:pt x="86677" y="148590"/>
                    <a:pt x="94297" y="145733"/>
                    <a:pt x="94297" y="132398"/>
                  </a:cubicBezTo>
                  <a:lnTo>
                    <a:pt x="94297" y="128588"/>
                  </a:lnTo>
                  <a:cubicBezTo>
                    <a:pt x="94297" y="120015"/>
                    <a:pt x="90488" y="113348"/>
                    <a:pt x="76200" y="107633"/>
                  </a:cubicBezTo>
                  <a:lnTo>
                    <a:pt x="32385" y="90488"/>
                  </a:lnTo>
                  <a:cubicBezTo>
                    <a:pt x="8572" y="80963"/>
                    <a:pt x="2857" y="62865"/>
                    <a:pt x="2857" y="45720"/>
                  </a:cubicBezTo>
                  <a:lnTo>
                    <a:pt x="2857" y="39053"/>
                  </a:lnTo>
                  <a:cubicBezTo>
                    <a:pt x="2857" y="4763"/>
                    <a:pt x="32385" y="0"/>
                    <a:pt x="65722" y="0"/>
                  </a:cubicBezTo>
                  <a:cubicBezTo>
                    <a:pt x="80010" y="953"/>
                    <a:pt x="96202" y="1905"/>
                    <a:pt x="114300" y="381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0" name="Google Shape;100;p39"/>
            <p:cNvSpPr/>
            <p:nvPr/>
          </p:nvSpPr>
          <p:spPr>
            <a:xfrm>
              <a:off x="11692468" y="634571"/>
              <a:ext cx="27906" cy="66531"/>
            </a:xfrm>
            <a:custGeom>
              <a:avLst/>
              <a:gdLst/>
              <a:ahLst/>
              <a:cxnLst/>
              <a:rect l="l" t="t" r="r" b="b"/>
              <a:pathLst>
                <a:path w="92392" h="220275" extrusionOk="0">
                  <a:moveTo>
                    <a:pt x="46672" y="248"/>
                  </a:moveTo>
                  <a:cubicBezTo>
                    <a:pt x="50482" y="-705"/>
                    <a:pt x="52388" y="1200"/>
                    <a:pt x="52388" y="4058"/>
                  </a:cubicBezTo>
                  <a:lnTo>
                    <a:pt x="52388" y="47873"/>
                  </a:lnTo>
                  <a:lnTo>
                    <a:pt x="84772" y="47873"/>
                  </a:lnTo>
                  <a:cubicBezTo>
                    <a:pt x="88582" y="47873"/>
                    <a:pt x="89535" y="49778"/>
                    <a:pt x="89535" y="52635"/>
                  </a:cubicBezTo>
                  <a:lnTo>
                    <a:pt x="89535" y="66923"/>
                  </a:lnTo>
                  <a:cubicBezTo>
                    <a:pt x="89535" y="69780"/>
                    <a:pt x="87630" y="71685"/>
                    <a:pt x="84772" y="71685"/>
                  </a:cubicBezTo>
                  <a:lnTo>
                    <a:pt x="52388" y="71685"/>
                  </a:lnTo>
                  <a:lnTo>
                    <a:pt x="52388" y="176460"/>
                  </a:lnTo>
                  <a:cubicBezTo>
                    <a:pt x="52388" y="189795"/>
                    <a:pt x="56197" y="193605"/>
                    <a:pt x="72390" y="193605"/>
                  </a:cubicBezTo>
                  <a:lnTo>
                    <a:pt x="87630" y="193605"/>
                  </a:lnTo>
                  <a:cubicBezTo>
                    <a:pt x="91440" y="193605"/>
                    <a:pt x="92393" y="194558"/>
                    <a:pt x="92393" y="198368"/>
                  </a:cubicBezTo>
                  <a:lnTo>
                    <a:pt x="92393" y="213608"/>
                  </a:lnTo>
                  <a:cubicBezTo>
                    <a:pt x="92393" y="216465"/>
                    <a:pt x="90488" y="218370"/>
                    <a:pt x="87630" y="218370"/>
                  </a:cubicBezTo>
                  <a:cubicBezTo>
                    <a:pt x="80963" y="220275"/>
                    <a:pt x="73343" y="220275"/>
                    <a:pt x="70485" y="220275"/>
                  </a:cubicBezTo>
                  <a:cubicBezTo>
                    <a:pt x="48578" y="220275"/>
                    <a:pt x="22860" y="220275"/>
                    <a:pt x="22860" y="185033"/>
                  </a:cubicBezTo>
                  <a:lnTo>
                    <a:pt x="22860" y="71685"/>
                  </a:lnTo>
                  <a:lnTo>
                    <a:pt x="4763" y="71685"/>
                  </a:lnTo>
                  <a:cubicBezTo>
                    <a:pt x="1905" y="71685"/>
                    <a:pt x="0" y="69780"/>
                    <a:pt x="0" y="66923"/>
                  </a:cubicBezTo>
                  <a:lnTo>
                    <a:pt x="0" y="52635"/>
                  </a:lnTo>
                  <a:cubicBezTo>
                    <a:pt x="0" y="49778"/>
                    <a:pt x="1905" y="47873"/>
                    <a:pt x="4763" y="47873"/>
                  </a:cubicBezTo>
                  <a:lnTo>
                    <a:pt x="21907" y="47873"/>
                  </a:lnTo>
                  <a:lnTo>
                    <a:pt x="21907" y="10725"/>
                  </a:lnTo>
                  <a:cubicBezTo>
                    <a:pt x="21907" y="7868"/>
                    <a:pt x="22860" y="5963"/>
                    <a:pt x="25718" y="5963"/>
                  </a:cubicBezTo>
                  <a:lnTo>
                    <a:pt x="46672" y="24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Slide">
  <p:cSld name="Chapter Slide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0"/>
          <p:cNvSpPr>
            <a:spLocks noGrp="1"/>
          </p:cNvSpPr>
          <p:nvPr>
            <p:ph type="pic" idx="2"/>
          </p:nvPr>
        </p:nvSpPr>
        <p:spPr>
          <a:xfrm>
            <a:off x="3949700" y="0"/>
            <a:ext cx="8242300" cy="6102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103" name="Google Shape;103;p40"/>
          <p:cNvSpPr txBox="1">
            <a:spLocks noGrp="1"/>
          </p:cNvSpPr>
          <p:nvPr>
            <p:ph type="title"/>
          </p:nvPr>
        </p:nvSpPr>
        <p:spPr>
          <a:xfrm>
            <a:off x="1080000" y="2127672"/>
            <a:ext cx="3853950" cy="1846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 Gothic"/>
              <a:buNone/>
              <a:defRPr sz="4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1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06" name="Google Shape;106;p41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107" name="Google Shape;107;p41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8" name="Google Shape;108;p41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09" name="Google Shape;109;p41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0" name="Google Shape;110;p41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1" name="Google Shape;111;p41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2" name="Google Shape;112;p41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3" name="Google Shape;113;p41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4" name="Google Shape;114;p41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5" name="Google Shape;115;p41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6" name="Google Shape;116;p41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7" name="Google Shape;117;p41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8" name="Google Shape;118;p41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19" name="Google Shape;119;p41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0" name="Google Shape;120;p41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1" name="Google Shape;121;p41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2" name="Google Shape;122;p41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3" name="Google Shape;123;p41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24" name="Google Shape;124;p41"/>
          <p:cNvSpPr txBox="1">
            <a:spLocks noGrp="1"/>
          </p:cNvSpPr>
          <p:nvPr>
            <p:ph type="body" idx="1"/>
          </p:nvPr>
        </p:nvSpPr>
        <p:spPr>
          <a:xfrm>
            <a:off x="588000" y="977317"/>
            <a:ext cx="11016000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ey message">
  <p:cSld name="Key message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2"/>
          <p:cNvSpPr txBox="1">
            <a:spLocks noGrp="1"/>
          </p:cNvSpPr>
          <p:nvPr>
            <p:ph type="title"/>
          </p:nvPr>
        </p:nvSpPr>
        <p:spPr>
          <a:xfrm>
            <a:off x="1776000" y="1145369"/>
            <a:ext cx="864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  <a:defRPr sz="2000" b="1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27" name="Google Shape;127;p42"/>
          <p:cNvGrpSpPr/>
          <p:nvPr/>
        </p:nvGrpSpPr>
        <p:grpSpPr>
          <a:xfrm>
            <a:off x="5348942" y="1674097"/>
            <a:ext cx="1494116" cy="112014"/>
            <a:chOff x="10939447" y="523240"/>
            <a:chExt cx="1245096" cy="93345"/>
          </a:xfrm>
        </p:grpSpPr>
        <p:sp>
          <p:nvSpPr>
            <p:cNvPr id="128" name="Google Shape;128;p42"/>
            <p:cNvSpPr/>
            <p:nvPr/>
          </p:nvSpPr>
          <p:spPr>
            <a:xfrm>
              <a:off x="1167806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29" name="Google Shape;129;p42"/>
            <p:cNvSpPr/>
            <p:nvPr/>
          </p:nvSpPr>
          <p:spPr>
            <a:xfrm>
              <a:off x="11721511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0" name="Google Shape;130;p42"/>
            <p:cNvSpPr/>
            <p:nvPr/>
          </p:nvSpPr>
          <p:spPr>
            <a:xfrm>
              <a:off x="11764959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1" name="Google Shape;131;p42"/>
            <p:cNvSpPr/>
            <p:nvPr/>
          </p:nvSpPr>
          <p:spPr>
            <a:xfrm>
              <a:off x="1180840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2" name="Google Shape;132;p42"/>
            <p:cNvSpPr/>
            <p:nvPr/>
          </p:nvSpPr>
          <p:spPr>
            <a:xfrm>
              <a:off x="1185185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3" name="Google Shape;133;p42"/>
            <p:cNvSpPr/>
            <p:nvPr/>
          </p:nvSpPr>
          <p:spPr>
            <a:xfrm>
              <a:off x="1189530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4" name="Google Shape;134;p42"/>
            <p:cNvSpPr/>
            <p:nvPr/>
          </p:nvSpPr>
          <p:spPr>
            <a:xfrm>
              <a:off x="11938751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5" name="Google Shape;135;p42"/>
            <p:cNvSpPr/>
            <p:nvPr/>
          </p:nvSpPr>
          <p:spPr>
            <a:xfrm>
              <a:off x="11982199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6" name="Google Shape;136;p42"/>
            <p:cNvSpPr/>
            <p:nvPr/>
          </p:nvSpPr>
          <p:spPr>
            <a:xfrm>
              <a:off x="1202564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7" name="Google Shape;137;p42"/>
            <p:cNvSpPr/>
            <p:nvPr/>
          </p:nvSpPr>
          <p:spPr>
            <a:xfrm>
              <a:off x="1206909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8" name="Google Shape;138;p42"/>
            <p:cNvSpPr/>
            <p:nvPr/>
          </p:nvSpPr>
          <p:spPr>
            <a:xfrm>
              <a:off x="1211254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39" name="Google Shape;139;p42"/>
            <p:cNvSpPr/>
            <p:nvPr/>
          </p:nvSpPr>
          <p:spPr>
            <a:xfrm rot="10800000">
              <a:off x="1137392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0" name="Google Shape;140;p42"/>
            <p:cNvSpPr/>
            <p:nvPr/>
          </p:nvSpPr>
          <p:spPr>
            <a:xfrm rot="10800000">
              <a:off x="11330479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1" name="Google Shape;141;p42"/>
            <p:cNvSpPr/>
            <p:nvPr/>
          </p:nvSpPr>
          <p:spPr>
            <a:xfrm rot="10800000">
              <a:off x="11287031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2" name="Google Shape;142;p42"/>
            <p:cNvSpPr/>
            <p:nvPr/>
          </p:nvSpPr>
          <p:spPr>
            <a:xfrm rot="10800000">
              <a:off x="1124358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3" name="Google Shape;143;p42"/>
            <p:cNvSpPr/>
            <p:nvPr/>
          </p:nvSpPr>
          <p:spPr>
            <a:xfrm rot="10800000">
              <a:off x="1120013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4" name="Google Shape;144;p42"/>
            <p:cNvSpPr/>
            <p:nvPr/>
          </p:nvSpPr>
          <p:spPr>
            <a:xfrm rot="10800000">
              <a:off x="1115668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5" name="Google Shape;145;p42"/>
            <p:cNvSpPr/>
            <p:nvPr/>
          </p:nvSpPr>
          <p:spPr>
            <a:xfrm rot="10800000">
              <a:off x="11113239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6" name="Google Shape;146;p42"/>
            <p:cNvSpPr/>
            <p:nvPr/>
          </p:nvSpPr>
          <p:spPr>
            <a:xfrm rot="10800000">
              <a:off x="11069791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7" name="Google Shape;147;p42"/>
            <p:cNvSpPr/>
            <p:nvPr/>
          </p:nvSpPr>
          <p:spPr>
            <a:xfrm rot="10800000">
              <a:off x="1102634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8" name="Google Shape;148;p42"/>
            <p:cNvSpPr/>
            <p:nvPr/>
          </p:nvSpPr>
          <p:spPr>
            <a:xfrm rot="10800000">
              <a:off x="1098289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49" name="Google Shape;149;p42"/>
            <p:cNvSpPr/>
            <p:nvPr/>
          </p:nvSpPr>
          <p:spPr>
            <a:xfrm rot="10800000">
              <a:off x="1093944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0" name="Google Shape;150;p42"/>
            <p:cNvSpPr/>
            <p:nvPr/>
          </p:nvSpPr>
          <p:spPr>
            <a:xfrm>
              <a:off x="1141737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1" name="Google Shape;151;p42"/>
            <p:cNvSpPr/>
            <p:nvPr/>
          </p:nvSpPr>
          <p:spPr>
            <a:xfrm>
              <a:off x="11460823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2" name="Google Shape;152;p42"/>
            <p:cNvSpPr/>
            <p:nvPr/>
          </p:nvSpPr>
          <p:spPr>
            <a:xfrm>
              <a:off x="11504271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3" name="Google Shape;153;p42"/>
            <p:cNvSpPr/>
            <p:nvPr/>
          </p:nvSpPr>
          <p:spPr>
            <a:xfrm>
              <a:off x="11547719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4" name="Google Shape;154;p42"/>
            <p:cNvSpPr/>
            <p:nvPr/>
          </p:nvSpPr>
          <p:spPr>
            <a:xfrm>
              <a:off x="11634615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55" name="Google Shape;155;p42"/>
            <p:cNvSpPr/>
            <p:nvPr/>
          </p:nvSpPr>
          <p:spPr>
            <a:xfrm>
              <a:off x="11591167" y="523240"/>
              <a:ext cx="72000" cy="93345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56" name="Google Shape;156;p42"/>
          <p:cNvSpPr txBox="1">
            <a:spLocks noGrp="1"/>
          </p:cNvSpPr>
          <p:nvPr>
            <p:ph type="body" idx="1"/>
          </p:nvPr>
        </p:nvSpPr>
        <p:spPr>
          <a:xfrm>
            <a:off x="1776000" y="2007061"/>
            <a:ext cx="8640000" cy="2125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  <a:defRPr sz="2000" b="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+ 1 Text column">
  <p:cSld name="Picture + 1 Text column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3"/>
          <p:cNvSpPr txBox="1">
            <a:spLocks noGrp="1"/>
          </p:cNvSpPr>
          <p:nvPr>
            <p:ph type="title"/>
          </p:nvPr>
        </p:nvSpPr>
        <p:spPr>
          <a:xfrm>
            <a:off x="6358800" y="756000"/>
            <a:ext cx="52452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59" name="Google Shape;159;p43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160" name="Google Shape;160;p43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1" name="Google Shape;161;p43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2" name="Google Shape;162;p43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3" name="Google Shape;163;p43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4" name="Google Shape;164;p43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5" name="Google Shape;165;p43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6" name="Google Shape;166;p43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7" name="Google Shape;167;p43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8" name="Google Shape;168;p43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69" name="Google Shape;169;p43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0" name="Google Shape;170;p43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1" name="Google Shape;171;p43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2" name="Google Shape;172;p43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3" name="Google Shape;173;p43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4" name="Google Shape;174;p43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5" name="Google Shape;175;p43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76" name="Google Shape;176;p43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77" name="Google Shape;177;p43"/>
          <p:cNvSpPr txBox="1">
            <a:spLocks noGrp="1"/>
          </p:cNvSpPr>
          <p:nvPr>
            <p:ph type="body" idx="1"/>
          </p:nvPr>
        </p:nvSpPr>
        <p:spPr>
          <a:xfrm>
            <a:off x="6358800" y="1829976"/>
            <a:ext cx="5245200" cy="37746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3"/>
          <p:cNvSpPr>
            <a:spLocks noGrp="1"/>
          </p:cNvSpPr>
          <p:nvPr>
            <p:ph type="pic" idx="2"/>
          </p:nvPr>
        </p:nvSpPr>
        <p:spPr>
          <a:xfrm>
            <a:off x="587998" y="756000"/>
            <a:ext cx="5245200" cy="484867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">
  <p:cSld name="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44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1" name="Google Shape;181;p44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182" name="Google Shape;182;p44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3" name="Google Shape;183;p44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4" name="Google Shape;184;p44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5" name="Google Shape;185;p44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6" name="Google Shape;186;p44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7" name="Google Shape;187;p44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8" name="Google Shape;188;p44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89" name="Google Shape;189;p44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0" name="Google Shape;190;p44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1" name="Google Shape;191;p44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2" name="Google Shape;192;p44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3" name="Google Shape;193;p44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4" name="Google Shape;194;p44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5" name="Google Shape;195;p44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6" name="Google Shape;196;p44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7" name="Google Shape;197;p44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198" name="Google Shape;198;p44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199" name="Google Shape;199;p44"/>
          <p:cNvSpPr txBox="1"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xt columns">
  <p:cSld name="2 Text columns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45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202" name="Google Shape;202;p45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3" name="Google Shape;203;p45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4" name="Google Shape;204;p45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5" name="Google Shape;205;p45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6" name="Google Shape;206;p45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7" name="Google Shape;207;p45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8" name="Google Shape;208;p45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09" name="Google Shape;209;p45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0" name="Google Shape;210;p45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1" name="Google Shape;211;p45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2" name="Google Shape;212;p45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3" name="Google Shape;213;p45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4" name="Google Shape;214;p45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5" name="Google Shape;215;p45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6" name="Google Shape;216;p45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7" name="Google Shape;217;p45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18" name="Google Shape;218;p45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19" name="Google Shape;219;p45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45"/>
          <p:cNvSpPr txBox="1">
            <a:spLocks noGrp="1"/>
          </p:cNvSpPr>
          <p:nvPr>
            <p:ph type="body" idx="1"/>
          </p:nvPr>
        </p:nvSpPr>
        <p:spPr>
          <a:xfrm>
            <a:off x="6358800" y="1064645"/>
            <a:ext cx="5245200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1" name="Google Shape;221;p45"/>
          <p:cNvSpPr txBox="1">
            <a:spLocks noGrp="1"/>
          </p:cNvSpPr>
          <p:nvPr>
            <p:ph type="body" idx="2"/>
          </p:nvPr>
        </p:nvSpPr>
        <p:spPr>
          <a:xfrm>
            <a:off x="588000" y="1064645"/>
            <a:ext cx="5245200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s + 3 text columns">
  <p:cSld name="Pictures + 3 text columns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6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46"/>
          <p:cNvSpPr/>
          <p:nvPr/>
        </p:nvSpPr>
        <p:spPr>
          <a:xfrm>
            <a:off x="0" y="1720666"/>
            <a:ext cx="12192000" cy="1637860"/>
          </a:xfrm>
          <a:prstGeom prst="rect">
            <a:avLst/>
          </a:prstGeom>
          <a:solidFill>
            <a:srgbClr val="E3E3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225" name="Google Shape;225;p46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226" name="Google Shape;226;p46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7" name="Google Shape;227;p46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8" name="Google Shape;228;p46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29" name="Google Shape;229;p46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0" name="Google Shape;230;p46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1" name="Google Shape;231;p46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2" name="Google Shape;232;p46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3" name="Google Shape;233;p46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4" name="Google Shape;234;p46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5" name="Google Shape;235;p46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6" name="Google Shape;236;p46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7" name="Google Shape;237;p46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8" name="Google Shape;238;p46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39" name="Google Shape;239;p46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0" name="Google Shape;240;p46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1" name="Google Shape;241;p46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42" name="Google Shape;242;p46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243" name="Google Shape;243;p46"/>
          <p:cNvSpPr>
            <a:spLocks noGrp="1"/>
          </p:cNvSpPr>
          <p:nvPr>
            <p:ph type="pic" idx="2"/>
          </p:nvPr>
        </p:nvSpPr>
        <p:spPr>
          <a:xfrm>
            <a:off x="587999" y="1578576"/>
            <a:ext cx="3420000" cy="192204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244" name="Google Shape;244;p46"/>
          <p:cNvSpPr>
            <a:spLocks noGrp="1"/>
          </p:cNvSpPr>
          <p:nvPr>
            <p:ph type="pic" idx="3"/>
          </p:nvPr>
        </p:nvSpPr>
        <p:spPr>
          <a:xfrm>
            <a:off x="4386000" y="1578576"/>
            <a:ext cx="3420000" cy="192204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245" name="Google Shape;245;p46"/>
          <p:cNvSpPr>
            <a:spLocks noGrp="1"/>
          </p:cNvSpPr>
          <p:nvPr>
            <p:ph type="pic" idx="4"/>
          </p:nvPr>
        </p:nvSpPr>
        <p:spPr>
          <a:xfrm>
            <a:off x="8184000" y="1578576"/>
            <a:ext cx="3420000" cy="192204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246" name="Google Shape;246;p46"/>
          <p:cNvSpPr txBox="1">
            <a:spLocks noGrp="1"/>
          </p:cNvSpPr>
          <p:nvPr>
            <p:ph type="body" idx="1"/>
          </p:nvPr>
        </p:nvSpPr>
        <p:spPr>
          <a:xfrm>
            <a:off x="588000" y="3682514"/>
            <a:ext cx="3419999" cy="192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46"/>
          <p:cNvSpPr txBox="1">
            <a:spLocks noGrp="1"/>
          </p:cNvSpPr>
          <p:nvPr>
            <p:ph type="body" idx="5"/>
          </p:nvPr>
        </p:nvSpPr>
        <p:spPr>
          <a:xfrm>
            <a:off x="4386001" y="3682514"/>
            <a:ext cx="3419999" cy="192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46"/>
          <p:cNvSpPr txBox="1">
            <a:spLocks noGrp="1"/>
          </p:cNvSpPr>
          <p:nvPr>
            <p:ph type="body" idx="6"/>
          </p:nvPr>
        </p:nvSpPr>
        <p:spPr>
          <a:xfrm>
            <a:off x="8184001" y="3682514"/>
            <a:ext cx="3419999" cy="19221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s + Key message">
  <p:cSld name="3 pictures + Key message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47"/>
          <p:cNvSpPr/>
          <p:nvPr/>
        </p:nvSpPr>
        <p:spPr>
          <a:xfrm>
            <a:off x="0" y="1720665"/>
            <a:ext cx="12192000" cy="2340515"/>
          </a:xfrm>
          <a:prstGeom prst="rect">
            <a:avLst/>
          </a:prstGeom>
          <a:solidFill>
            <a:srgbClr val="E3E3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251" name="Google Shape;251;p47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47"/>
          <p:cNvSpPr>
            <a:spLocks noGrp="1"/>
          </p:cNvSpPr>
          <p:nvPr>
            <p:ph type="pic" idx="2"/>
          </p:nvPr>
        </p:nvSpPr>
        <p:spPr>
          <a:xfrm>
            <a:off x="587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  <a:ln>
            <a:noFill/>
          </a:ln>
        </p:spPr>
      </p:sp>
      <p:sp>
        <p:nvSpPr>
          <p:cNvPr id="253" name="Google Shape;253;p47"/>
          <p:cNvSpPr txBox="1">
            <a:spLocks noGrp="1"/>
          </p:cNvSpPr>
          <p:nvPr>
            <p:ph type="body" idx="1"/>
          </p:nvPr>
        </p:nvSpPr>
        <p:spPr>
          <a:xfrm>
            <a:off x="588000" y="4529982"/>
            <a:ext cx="2015999" cy="112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4" name="Google Shape;254;p47"/>
          <p:cNvSpPr>
            <a:spLocks noGrp="1"/>
          </p:cNvSpPr>
          <p:nvPr>
            <p:ph type="pic" idx="3"/>
          </p:nvPr>
        </p:nvSpPr>
        <p:spPr>
          <a:xfrm>
            <a:off x="3015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  <a:ln>
            <a:noFill/>
          </a:ln>
        </p:spPr>
      </p:sp>
      <p:sp>
        <p:nvSpPr>
          <p:cNvPr id="255" name="Google Shape;255;p47"/>
          <p:cNvSpPr txBox="1">
            <a:spLocks noGrp="1"/>
          </p:cNvSpPr>
          <p:nvPr>
            <p:ph type="body" idx="4"/>
          </p:nvPr>
        </p:nvSpPr>
        <p:spPr>
          <a:xfrm>
            <a:off x="3016000" y="4529982"/>
            <a:ext cx="2015999" cy="112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47"/>
          <p:cNvSpPr>
            <a:spLocks noGrp="1"/>
          </p:cNvSpPr>
          <p:nvPr>
            <p:ph type="pic" idx="5"/>
          </p:nvPr>
        </p:nvSpPr>
        <p:spPr>
          <a:xfrm>
            <a:off x="5443999" y="1578576"/>
            <a:ext cx="2016000" cy="2592000"/>
          </a:xfrm>
          <a:prstGeom prst="snip2DiagRect">
            <a:avLst>
              <a:gd name="adj1" fmla="val 5670"/>
              <a:gd name="adj2" fmla="val 0"/>
            </a:avLst>
          </a:prstGeom>
          <a:solidFill>
            <a:srgbClr val="ECECEF"/>
          </a:solidFill>
          <a:ln>
            <a:noFill/>
          </a:ln>
        </p:spPr>
      </p:sp>
      <p:sp>
        <p:nvSpPr>
          <p:cNvPr id="257" name="Google Shape;257;p47"/>
          <p:cNvSpPr txBox="1">
            <a:spLocks noGrp="1"/>
          </p:cNvSpPr>
          <p:nvPr>
            <p:ph type="body" idx="6"/>
          </p:nvPr>
        </p:nvSpPr>
        <p:spPr>
          <a:xfrm>
            <a:off x="5444000" y="4529982"/>
            <a:ext cx="2015999" cy="1122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47"/>
          <p:cNvSpPr txBox="1">
            <a:spLocks noGrp="1"/>
          </p:cNvSpPr>
          <p:nvPr>
            <p:ph type="body" idx="7"/>
          </p:nvPr>
        </p:nvSpPr>
        <p:spPr>
          <a:xfrm>
            <a:off x="7871999" y="1578576"/>
            <a:ext cx="4320000" cy="4073764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5400000" scaled="0"/>
          </a:gradFill>
          <a:ln>
            <a:noFill/>
          </a:ln>
        </p:spPr>
        <p:txBody>
          <a:bodyPr spcFirstLastPara="1" wrap="square" lIns="540000" tIns="360000" rIns="540000" bIns="360000" anchor="t" anchorCtr="0">
            <a:noAutofit/>
          </a:bodyPr>
          <a:lstStyle>
            <a:lvl1pPr marL="457200" lvl="0" indent="-3810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Century Gothic"/>
              <a:buChar char="•"/>
              <a:defRPr sz="2400">
                <a:solidFill>
                  <a:schemeClr val="lt1"/>
                </a:solidFill>
              </a:defRPr>
            </a:lvl1pPr>
            <a:lvl2pPr marL="914400" lvl="1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Char char="🢒"/>
              <a:defRPr>
                <a:solidFill>
                  <a:schemeClr val="lt1"/>
                </a:solidFill>
              </a:defRPr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59" name="Google Shape;259;p47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260" name="Google Shape;260;p47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1" name="Google Shape;261;p47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2" name="Google Shape;262;p47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3" name="Google Shape;263;p47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4" name="Google Shape;264;p47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5" name="Google Shape;265;p47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6" name="Google Shape;266;p47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7" name="Google Shape;267;p47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8" name="Google Shape;268;p47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69" name="Google Shape;269;p47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0" name="Google Shape;270;p47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1" name="Google Shape;271;p47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2" name="Google Shape;272;p47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3" name="Google Shape;273;p47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4" name="Google Shape;274;p47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5" name="Google Shape;275;p47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76" name="Google Shape;276;p47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and images">
  <p:cSld name="Text and images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8"/>
          <p:cNvSpPr>
            <a:spLocks noGrp="1"/>
          </p:cNvSpPr>
          <p:nvPr>
            <p:ph type="pic" idx="2"/>
          </p:nvPr>
        </p:nvSpPr>
        <p:spPr>
          <a:xfrm>
            <a:off x="4599601" y="3041650"/>
            <a:ext cx="4420461" cy="3049270"/>
          </a:xfrm>
          <a:prstGeom prst="rect">
            <a:avLst/>
          </a:prstGeom>
          <a:solidFill>
            <a:srgbClr val="E3E3EC"/>
          </a:solidFill>
          <a:ln>
            <a:noFill/>
          </a:ln>
        </p:spPr>
      </p:sp>
      <p:sp>
        <p:nvSpPr>
          <p:cNvPr id="279" name="Google Shape;279;p48"/>
          <p:cNvSpPr>
            <a:spLocks noGrp="1"/>
          </p:cNvSpPr>
          <p:nvPr>
            <p:ph type="pic" idx="3"/>
          </p:nvPr>
        </p:nvSpPr>
        <p:spPr>
          <a:xfrm>
            <a:off x="7553672" y="3041650"/>
            <a:ext cx="4420461" cy="3049270"/>
          </a:xfrm>
          <a:prstGeom prst="rect">
            <a:avLst/>
          </a:prstGeom>
          <a:solidFill>
            <a:srgbClr val="E3E3EC"/>
          </a:solidFill>
          <a:ln>
            <a:noFill/>
          </a:ln>
        </p:spPr>
      </p:sp>
      <p:sp>
        <p:nvSpPr>
          <p:cNvPr id="280" name="Google Shape;280;p48"/>
          <p:cNvSpPr>
            <a:spLocks noGrp="1"/>
          </p:cNvSpPr>
          <p:nvPr>
            <p:ph type="pic" idx="4"/>
          </p:nvPr>
        </p:nvSpPr>
        <p:spPr>
          <a:xfrm>
            <a:off x="9190650" y="0"/>
            <a:ext cx="4420461" cy="3041650"/>
          </a:xfrm>
          <a:prstGeom prst="rect">
            <a:avLst/>
          </a:prstGeom>
          <a:solidFill>
            <a:srgbClr val="E3E3EC"/>
          </a:solidFill>
          <a:ln>
            <a:noFill/>
          </a:ln>
        </p:spPr>
      </p:sp>
      <p:sp>
        <p:nvSpPr>
          <p:cNvPr id="281" name="Google Shape;281;p48"/>
          <p:cNvSpPr>
            <a:spLocks noGrp="1"/>
          </p:cNvSpPr>
          <p:nvPr>
            <p:ph type="pic" idx="5"/>
          </p:nvPr>
        </p:nvSpPr>
        <p:spPr>
          <a:xfrm>
            <a:off x="6233342" y="0"/>
            <a:ext cx="4420461" cy="3041650"/>
          </a:xfrm>
          <a:prstGeom prst="rect">
            <a:avLst/>
          </a:prstGeom>
          <a:solidFill>
            <a:srgbClr val="E3E3EC"/>
          </a:solidFill>
          <a:ln>
            <a:noFill/>
          </a:ln>
        </p:spPr>
      </p:sp>
      <p:grpSp>
        <p:nvGrpSpPr>
          <p:cNvPr id="282" name="Google Shape;282;p48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283" name="Google Shape;283;p48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4" name="Google Shape;284;p48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5" name="Google Shape;285;p48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6" name="Google Shape;286;p48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7" name="Google Shape;287;p48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8" name="Google Shape;288;p48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89" name="Google Shape;289;p48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0" name="Google Shape;290;p48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1" name="Google Shape;291;p48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2" name="Google Shape;292;p48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3" name="Google Shape;293;p48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4" name="Google Shape;294;p48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5" name="Google Shape;295;p48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6" name="Google Shape;296;p48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7" name="Google Shape;297;p48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8" name="Google Shape;298;p48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299" name="Google Shape;299;p48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00" name="Google Shape;300;p48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550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1" name="Google Shape;301;p48"/>
          <p:cNvSpPr txBox="1">
            <a:spLocks noGrp="1"/>
          </p:cNvSpPr>
          <p:nvPr>
            <p:ph type="body" idx="1"/>
          </p:nvPr>
        </p:nvSpPr>
        <p:spPr>
          <a:xfrm>
            <a:off x="588000" y="1064645"/>
            <a:ext cx="3707775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48"/>
          <p:cNvSpPr/>
          <p:nvPr/>
        </p:nvSpPr>
        <p:spPr>
          <a:xfrm>
            <a:off x="10507980" y="2035232"/>
            <a:ext cx="2186940" cy="4066767"/>
          </a:xfrm>
          <a:prstGeom prst="triangle">
            <a:avLst>
              <a:gd name="adj" fmla="val 100000"/>
            </a:avLst>
          </a:prstGeom>
          <a:solidFill>
            <a:srgbClr val="E3E3E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6 images">
  <p:cSld name="Blank with 6 images"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>
            <a:spLocks noGrp="1"/>
          </p:cNvSpPr>
          <p:nvPr>
            <p:ph type="pic" idx="2"/>
          </p:nvPr>
        </p:nvSpPr>
        <p:spPr>
          <a:xfrm>
            <a:off x="2026802" y="1178102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05" name="Google Shape;305;p49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06" name="Google Shape;306;p49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307" name="Google Shape;307;p49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8" name="Google Shape;308;p49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09" name="Google Shape;309;p49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0" name="Google Shape;310;p49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1" name="Google Shape;311;p49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2" name="Google Shape;312;p49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3" name="Google Shape;313;p49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4" name="Google Shape;314;p49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5" name="Google Shape;315;p49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6" name="Google Shape;316;p49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7" name="Google Shape;317;p49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8" name="Google Shape;318;p49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19" name="Google Shape;319;p49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0" name="Google Shape;320;p49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1" name="Google Shape;321;p49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2" name="Google Shape;322;p49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23" name="Google Shape;323;p49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24" name="Google Shape;324;p49"/>
          <p:cNvSpPr>
            <a:spLocks noGrp="1"/>
          </p:cNvSpPr>
          <p:nvPr>
            <p:ph type="pic" idx="3"/>
          </p:nvPr>
        </p:nvSpPr>
        <p:spPr>
          <a:xfrm>
            <a:off x="6996000" y="1178102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25" name="Google Shape;325;p49"/>
          <p:cNvSpPr>
            <a:spLocks noGrp="1"/>
          </p:cNvSpPr>
          <p:nvPr>
            <p:ph type="pic" idx="4"/>
          </p:nvPr>
        </p:nvSpPr>
        <p:spPr>
          <a:xfrm>
            <a:off x="2026802" y="2781000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26" name="Google Shape;326;p49"/>
          <p:cNvSpPr>
            <a:spLocks noGrp="1"/>
          </p:cNvSpPr>
          <p:nvPr>
            <p:ph type="pic" idx="5"/>
          </p:nvPr>
        </p:nvSpPr>
        <p:spPr>
          <a:xfrm>
            <a:off x="6996000" y="2781000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27" name="Google Shape;327;p49"/>
          <p:cNvSpPr>
            <a:spLocks noGrp="1"/>
          </p:cNvSpPr>
          <p:nvPr>
            <p:ph type="pic" idx="6"/>
          </p:nvPr>
        </p:nvSpPr>
        <p:spPr>
          <a:xfrm>
            <a:off x="2026802" y="4383898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28" name="Google Shape;328;p49"/>
          <p:cNvSpPr>
            <a:spLocks noGrp="1"/>
          </p:cNvSpPr>
          <p:nvPr>
            <p:ph type="pic" idx="7"/>
          </p:nvPr>
        </p:nvSpPr>
        <p:spPr>
          <a:xfrm>
            <a:off x="6996000" y="4383898"/>
            <a:ext cx="1294799" cy="1296000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extboxes + picture">
  <p:cSld name="2 textboxes + picture"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"/>
          <p:cNvSpPr>
            <a:spLocks noGrp="1"/>
          </p:cNvSpPr>
          <p:nvPr>
            <p:ph type="pic" idx="2"/>
          </p:nvPr>
        </p:nvSpPr>
        <p:spPr>
          <a:xfrm>
            <a:off x="0" y="3358525"/>
            <a:ext cx="12192000" cy="2743473"/>
          </a:xfrm>
          <a:prstGeom prst="rect">
            <a:avLst/>
          </a:prstGeom>
          <a:solidFill>
            <a:srgbClr val="ECECEF"/>
          </a:solidFill>
          <a:ln>
            <a:noFill/>
          </a:ln>
        </p:spPr>
      </p:sp>
      <p:sp>
        <p:nvSpPr>
          <p:cNvPr id="331" name="Google Shape;331;p50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32" name="Google Shape;332;p50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333" name="Google Shape;333;p50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4" name="Google Shape;334;p50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5" name="Google Shape;335;p50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6" name="Google Shape;336;p50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7" name="Google Shape;337;p50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8" name="Google Shape;338;p50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39" name="Google Shape;339;p50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0" name="Google Shape;340;p50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1" name="Google Shape;341;p50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2" name="Google Shape;342;p50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3" name="Google Shape;343;p50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4" name="Google Shape;344;p50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5" name="Google Shape;345;p50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6" name="Google Shape;346;p50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7" name="Google Shape;347;p50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8" name="Google Shape;348;p50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49" name="Google Shape;349;p50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50" name="Google Shape;350;p50"/>
          <p:cNvSpPr>
            <a:spLocks noGrp="1"/>
          </p:cNvSpPr>
          <p:nvPr>
            <p:ph type="body" idx="1"/>
          </p:nvPr>
        </p:nvSpPr>
        <p:spPr>
          <a:xfrm>
            <a:off x="587998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lt1"/>
          </a:solidFill>
          <a:ln w="12700" cap="flat" cmpd="sng">
            <a:solidFill>
              <a:srgbClr val="7B7FAB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0" rIns="360000" bIns="0" anchor="ctr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1" name="Google Shape;351;p50"/>
          <p:cNvSpPr/>
          <p:nvPr/>
        </p:nvSpPr>
        <p:spPr>
          <a:xfrm>
            <a:off x="1036388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52" name="Google Shape;352;p50"/>
          <p:cNvGrpSpPr/>
          <p:nvPr/>
        </p:nvGrpSpPr>
        <p:grpSpPr>
          <a:xfrm>
            <a:off x="4873476" y="3284219"/>
            <a:ext cx="920602" cy="74305"/>
            <a:chOff x="696000" y="1460737"/>
            <a:chExt cx="920602" cy="112014"/>
          </a:xfrm>
        </p:grpSpPr>
        <p:sp>
          <p:nvSpPr>
            <p:cNvPr id="353" name="Google Shape;353;p50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4" name="Google Shape;354;p50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5" name="Google Shape;355;p50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6" name="Google Shape;356;p50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7" name="Google Shape;357;p50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8" name="Google Shape;358;p50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59" name="Google Shape;359;p50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0" name="Google Shape;360;p50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1" name="Google Shape;361;p50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2" name="Google Shape;362;p50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3" name="Google Shape;363;p50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4" name="Google Shape;364;p50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5" name="Google Shape;365;p50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6" name="Google Shape;366;p50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7" name="Google Shape;367;p50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8" name="Google Shape;368;p50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69" name="Google Shape;369;p50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370" name="Google Shape;370;p50"/>
          <p:cNvSpPr>
            <a:spLocks noGrp="1"/>
          </p:cNvSpPr>
          <p:nvPr>
            <p:ph type="body" idx="3"/>
          </p:nvPr>
        </p:nvSpPr>
        <p:spPr>
          <a:xfrm>
            <a:off x="6276000" y="1578576"/>
            <a:ext cx="5328000" cy="1922040"/>
          </a:xfrm>
          <a:prstGeom prst="snip2DiagRect">
            <a:avLst>
              <a:gd name="adj1" fmla="val 6796"/>
              <a:gd name="adj2" fmla="val 0"/>
            </a:avLst>
          </a:prstGeom>
          <a:solidFill>
            <a:schemeClr val="lt1"/>
          </a:solidFill>
          <a:ln w="12700" cap="flat" cmpd="sng">
            <a:solidFill>
              <a:srgbClr val="7B7FAB">
                <a:alpha val="9803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60000" tIns="0" rIns="360000" bIns="0" anchor="ctr" anchorCtr="0">
            <a:noAutofit/>
          </a:bodyPr>
          <a:lstStyle>
            <a:lvl1pPr marL="457200" lvl="0" indent="-2286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sz="1600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50"/>
          <p:cNvSpPr/>
          <p:nvPr/>
        </p:nvSpPr>
        <p:spPr>
          <a:xfrm>
            <a:off x="6724390" y="1926876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72" name="Google Shape;372;p50"/>
          <p:cNvGrpSpPr/>
          <p:nvPr/>
        </p:nvGrpSpPr>
        <p:grpSpPr>
          <a:xfrm>
            <a:off x="10561478" y="3284219"/>
            <a:ext cx="920602" cy="74305"/>
            <a:chOff x="696000" y="1460737"/>
            <a:chExt cx="920602" cy="112014"/>
          </a:xfrm>
        </p:grpSpPr>
        <p:sp>
          <p:nvSpPr>
            <p:cNvPr id="373" name="Google Shape;373;p50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4" name="Google Shape;374;p50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5" name="Google Shape;375;p50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6" name="Google Shape;376;p50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7" name="Google Shape;377;p50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8" name="Google Shape;378;p50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79" name="Google Shape;379;p50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0" name="Google Shape;380;p50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1" name="Google Shape;381;p50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2" name="Google Shape;382;p50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3" name="Google Shape;383;p50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4" name="Google Shape;384;p50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5" name="Google Shape;385;p50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6" name="Google Shape;386;p50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7" name="Google Shape;387;p50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8" name="Google Shape;388;p50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89" name="Google Shape;389;p50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ullet Points">
  <p:cSld name="Bullet Points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1"/>
          <p:cNvSpPr/>
          <p:nvPr/>
        </p:nvSpPr>
        <p:spPr>
          <a:xfrm>
            <a:off x="0" y="0"/>
            <a:ext cx="6096000" cy="6101998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392" name="Google Shape;392;p51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393" name="Google Shape;393;p51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4" name="Google Shape;394;p51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5" name="Google Shape;395;p51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6" name="Google Shape;396;p51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7" name="Google Shape;397;p51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8" name="Google Shape;398;p51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399" name="Google Shape;399;p51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0" name="Google Shape;400;p51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1" name="Google Shape;401;p51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2" name="Google Shape;402;p51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3" name="Google Shape;403;p51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4" name="Google Shape;404;p51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5" name="Google Shape;405;p51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6" name="Google Shape;406;p51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7" name="Google Shape;407;p51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8" name="Google Shape;408;p51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09" name="Google Shape;409;p51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10" name="Google Shape;410;p51"/>
          <p:cNvSpPr txBox="1">
            <a:spLocks noGrp="1"/>
          </p:cNvSpPr>
          <p:nvPr>
            <p:ph type="body" idx="1"/>
          </p:nvPr>
        </p:nvSpPr>
        <p:spPr>
          <a:xfrm>
            <a:off x="588000" y="1145650"/>
            <a:ext cx="4968000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175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Char char="🢒"/>
              <a:defRPr>
                <a:solidFill>
                  <a:schemeClr val="lt1"/>
                </a:solidFill>
              </a:defRPr>
            </a:lvl2pPr>
            <a:lvl3pPr marL="1371600" lvl="2" indent="-3048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Char char="–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Char char="›"/>
              <a:defRPr>
                <a:solidFill>
                  <a:schemeClr val="lt1"/>
                </a:solidFill>
              </a:defRPr>
            </a:lvl4pPr>
            <a:lvl5pPr marL="2286000" lvl="4" indent="-2921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0"/>
              <a:buChar char="🢒"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1" name="Google Shape;411;p51"/>
          <p:cNvSpPr txBox="1">
            <a:spLocks noGrp="1"/>
          </p:cNvSpPr>
          <p:nvPr>
            <p:ph type="body" idx="2"/>
          </p:nvPr>
        </p:nvSpPr>
        <p:spPr>
          <a:xfrm>
            <a:off x="6683998" y="1145649"/>
            <a:ext cx="4968001" cy="454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/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2" name="Google Shape;412;p51"/>
          <p:cNvSpPr txBox="1">
            <a:spLocks noGrp="1"/>
          </p:cNvSpPr>
          <p:nvPr>
            <p:ph type="body" idx="3"/>
          </p:nvPr>
        </p:nvSpPr>
        <p:spPr>
          <a:xfrm>
            <a:off x="587376" y="360000"/>
            <a:ext cx="49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3" name="Google Shape;413;p51"/>
          <p:cNvSpPr txBox="1">
            <a:spLocks noGrp="1"/>
          </p:cNvSpPr>
          <p:nvPr>
            <p:ph type="body" idx="4"/>
          </p:nvPr>
        </p:nvSpPr>
        <p:spPr>
          <a:xfrm>
            <a:off x="6683376" y="360000"/>
            <a:ext cx="4968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sz="2400">
                <a:solidFill>
                  <a:schemeClr val="dk2"/>
                </a:solidFill>
              </a:defRPr>
            </a:lvl1pPr>
            <a:lvl2pPr marL="914400" lvl="1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800"/>
              <a:buChar char="🢒"/>
              <a:defRPr/>
            </a:lvl2pPr>
            <a:lvl3pPr marL="1371600" lvl="2" indent="-3429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28800" lvl="3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800"/>
              <a:buChar char="›"/>
              <a:defRPr/>
            </a:lvl4pPr>
            <a:lvl5pPr marL="2286000" lvl="4" indent="-3429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🢒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cial Networks EN">
  <p:cSld name="Social Networks EN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2"/>
          <p:cNvSpPr/>
          <p:nvPr/>
        </p:nvSpPr>
        <p:spPr>
          <a:xfrm flipH="1">
            <a:off x="0" y="3429000"/>
            <a:ext cx="12192000" cy="2673000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1800000" scaled="0"/>
          </a:gra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16" name="Google Shape;416;p52"/>
          <p:cNvPicPr preferRelativeResize="0"/>
          <p:nvPr/>
        </p:nvPicPr>
        <p:blipFill rotWithShape="1">
          <a:blip r:embed="rId2">
            <a:alphaModFix/>
          </a:blip>
          <a:srcRect t="7486" b="16223"/>
          <a:stretch/>
        </p:blipFill>
        <p:spPr>
          <a:xfrm>
            <a:off x="4387850" y="322433"/>
            <a:ext cx="7581900" cy="578432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52">
            <a:hlinkClick r:id="rId3"/>
          </p:cNvPr>
          <p:cNvSpPr/>
          <p:nvPr/>
        </p:nvSpPr>
        <p:spPr>
          <a:xfrm>
            <a:off x="588000" y="3141000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317500" algn="ctr" rotWithShape="0">
              <a:schemeClr val="dk2">
                <a:alpha val="2470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www.thalesgroup.com</a:t>
            </a:r>
            <a:endParaRPr/>
          </a:p>
        </p:txBody>
      </p:sp>
      <p:grpSp>
        <p:nvGrpSpPr>
          <p:cNvPr id="418" name="Google Shape;418;p52"/>
          <p:cNvGrpSpPr/>
          <p:nvPr/>
        </p:nvGrpSpPr>
        <p:grpSpPr>
          <a:xfrm>
            <a:off x="671550" y="4428000"/>
            <a:ext cx="675000" cy="675000"/>
            <a:chOff x="671550" y="4428000"/>
            <a:chExt cx="675000" cy="675000"/>
          </a:xfrm>
        </p:grpSpPr>
        <p:sp>
          <p:nvSpPr>
            <p:cNvPr id="419" name="Google Shape;419;p52"/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24705"/>
                  </a:srgbClr>
                </a:gs>
              </a:gsLst>
              <a:lin ang="3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grpSp>
          <p:nvGrpSpPr>
            <p:cNvPr id="420" name="Google Shape;420;p52"/>
            <p:cNvGrpSpPr/>
            <p:nvPr/>
          </p:nvGrpSpPr>
          <p:grpSpPr>
            <a:xfrm>
              <a:off x="880295" y="4633340"/>
              <a:ext cx="257511" cy="257042"/>
              <a:chOff x="692960" y="4421656"/>
              <a:chExt cx="679218" cy="677982"/>
            </a:xfrm>
          </p:grpSpPr>
          <p:sp>
            <p:nvSpPr>
              <p:cNvPr id="421" name="Google Shape;421;p52"/>
              <p:cNvSpPr/>
              <p:nvPr/>
            </p:nvSpPr>
            <p:spPr>
              <a:xfrm>
                <a:off x="692960" y="4421656"/>
                <a:ext cx="163232" cy="677982"/>
              </a:xfrm>
              <a:custGeom>
                <a:avLst/>
                <a:gdLst/>
                <a:ahLst/>
                <a:cxnLst/>
                <a:rect l="l" t="t" r="r" b="b"/>
                <a:pathLst>
                  <a:path w="163232" h="677982" extrusionOk="0">
                    <a:moveTo>
                      <a:pt x="11172" y="225119"/>
                    </a:moveTo>
                    <a:lnTo>
                      <a:pt x="152061" y="225119"/>
                    </a:lnTo>
                    <a:lnTo>
                      <a:pt x="152061" y="677983"/>
                    </a:lnTo>
                    <a:lnTo>
                      <a:pt x="11172" y="677983"/>
                    </a:lnTo>
                    <a:lnTo>
                      <a:pt x="11172" y="225119"/>
                    </a:lnTo>
                    <a:close/>
                    <a:moveTo>
                      <a:pt x="81655" y="0"/>
                    </a:moveTo>
                    <a:cubicBezTo>
                      <a:pt x="126679" y="0"/>
                      <a:pt x="163232" y="36567"/>
                      <a:pt x="163232" y="81617"/>
                    </a:cubicBezTo>
                    <a:cubicBezTo>
                      <a:pt x="163232" y="126679"/>
                      <a:pt x="126679" y="163246"/>
                      <a:pt x="81655" y="163246"/>
                    </a:cubicBezTo>
                    <a:cubicBezTo>
                      <a:pt x="36451" y="163246"/>
                      <a:pt x="0" y="126680"/>
                      <a:pt x="0" y="81617"/>
                    </a:cubicBezTo>
                    <a:cubicBezTo>
                      <a:pt x="0" y="36567"/>
                      <a:pt x="36451" y="0"/>
                      <a:pt x="81655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  <p:sp>
            <p:nvSpPr>
              <p:cNvPr id="422" name="Google Shape;422;p52"/>
              <p:cNvSpPr/>
              <p:nvPr/>
            </p:nvSpPr>
            <p:spPr>
              <a:xfrm>
                <a:off x="933318" y="4635537"/>
                <a:ext cx="438860" cy="464101"/>
              </a:xfrm>
              <a:custGeom>
                <a:avLst/>
                <a:gdLst/>
                <a:ahLst/>
                <a:cxnLst/>
                <a:rect l="l" t="t" r="r" b="b"/>
                <a:pathLst>
                  <a:path w="438860" h="464101" extrusionOk="0">
                    <a:moveTo>
                      <a:pt x="0" y="11237"/>
                    </a:moveTo>
                    <a:lnTo>
                      <a:pt x="134918" y="11237"/>
                    </a:lnTo>
                    <a:lnTo>
                      <a:pt x="134918" y="73148"/>
                    </a:lnTo>
                    <a:lnTo>
                      <a:pt x="136847" y="73148"/>
                    </a:lnTo>
                    <a:cubicBezTo>
                      <a:pt x="155613" y="37545"/>
                      <a:pt x="201538" y="0"/>
                      <a:pt x="270015" y="0"/>
                    </a:cubicBezTo>
                    <a:cubicBezTo>
                      <a:pt x="412524" y="0"/>
                      <a:pt x="438861" y="93769"/>
                      <a:pt x="438861" y="215736"/>
                    </a:cubicBezTo>
                    <a:lnTo>
                      <a:pt x="438861" y="464101"/>
                    </a:lnTo>
                    <a:lnTo>
                      <a:pt x="298125" y="464101"/>
                    </a:lnTo>
                    <a:lnTo>
                      <a:pt x="298125" y="243873"/>
                    </a:lnTo>
                    <a:cubicBezTo>
                      <a:pt x="298125" y="191358"/>
                      <a:pt x="297224" y="123796"/>
                      <a:pt x="224991" y="123796"/>
                    </a:cubicBezTo>
                    <a:cubicBezTo>
                      <a:pt x="151754" y="123796"/>
                      <a:pt x="140580" y="181035"/>
                      <a:pt x="140580" y="240114"/>
                    </a:cubicBezTo>
                    <a:lnTo>
                      <a:pt x="140580" y="464101"/>
                    </a:lnTo>
                    <a:lnTo>
                      <a:pt x="0" y="464101"/>
                    </a:lnTo>
                    <a:lnTo>
                      <a:pt x="0" y="1123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chemeClr val="dk1"/>
                  </a:solidFill>
                  <a:latin typeface="Century Gothic"/>
                  <a:ea typeface="Century Gothic"/>
                  <a:cs typeface="Century Gothic"/>
                  <a:sym typeface="Century Gothic"/>
                </a:endParaRPr>
              </a:p>
            </p:txBody>
          </p:sp>
        </p:grpSp>
        <p:sp>
          <p:nvSpPr>
            <p:cNvPr id="423" name="Google Shape;423;p52">
              <a:hlinkClick r:id="rId4"/>
            </p:cNvPr>
            <p:cNvSpPr/>
            <p:nvPr/>
          </p:nvSpPr>
          <p:spPr>
            <a:xfrm>
              <a:off x="671550" y="4428000"/>
              <a:ext cx="675000" cy="675000"/>
            </a:xfrm>
            <a:prstGeom prst="ellipse">
              <a:avLst/>
            </a:prstGeom>
            <a:solidFill>
              <a:schemeClr val="lt2">
                <a:alpha val="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24" name="Google Shape;424;p52"/>
          <p:cNvGrpSpPr/>
          <p:nvPr/>
        </p:nvGrpSpPr>
        <p:grpSpPr>
          <a:xfrm>
            <a:off x="1542850" y="4428000"/>
            <a:ext cx="675000" cy="675000"/>
            <a:chOff x="1542850" y="4428000"/>
            <a:chExt cx="675000" cy="675000"/>
          </a:xfrm>
        </p:grpSpPr>
        <p:sp>
          <p:nvSpPr>
            <p:cNvPr id="425" name="Google Shape;425;p52"/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24705"/>
                  </a:srgbClr>
                </a:gs>
              </a:gsLst>
              <a:lin ang="3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6" name="Google Shape;426;p52"/>
            <p:cNvSpPr/>
            <p:nvPr/>
          </p:nvSpPr>
          <p:spPr>
            <a:xfrm>
              <a:off x="1781995" y="4581085"/>
              <a:ext cx="196710" cy="368831"/>
            </a:xfrm>
            <a:custGeom>
              <a:avLst/>
              <a:gdLst/>
              <a:ahLst/>
              <a:cxnLst/>
              <a:rect l="l" t="t" r="r" b="b"/>
              <a:pathLst>
                <a:path w="304800" h="571500" extrusionOk="0">
                  <a:moveTo>
                    <a:pt x="85005" y="571500"/>
                  </a:moveTo>
                  <a:lnTo>
                    <a:pt x="85005" y="323850"/>
                  </a:lnTo>
                  <a:lnTo>
                    <a:pt x="0" y="323850"/>
                  </a:lnTo>
                  <a:lnTo>
                    <a:pt x="0" y="209550"/>
                  </a:lnTo>
                  <a:lnTo>
                    <a:pt x="85005" y="209550"/>
                  </a:lnTo>
                  <a:lnTo>
                    <a:pt x="85005" y="129730"/>
                  </a:lnTo>
                  <a:cubicBezTo>
                    <a:pt x="85005" y="42782"/>
                    <a:pt x="140049" y="0"/>
                    <a:pt x="217613" y="0"/>
                  </a:cubicBezTo>
                  <a:cubicBezTo>
                    <a:pt x="254767" y="0"/>
                    <a:pt x="286699" y="2766"/>
                    <a:pt x="296005" y="4003"/>
                  </a:cubicBezTo>
                  <a:lnTo>
                    <a:pt x="296005" y="94869"/>
                  </a:lnTo>
                  <a:lnTo>
                    <a:pt x="242210" y="94893"/>
                  </a:lnTo>
                  <a:cubicBezTo>
                    <a:pt x="200026" y="94893"/>
                    <a:pt x="190500" y="114938"/>
                    <a:pt x="190500" y="144353"/>
                  </a:cubicBezTo>
                  <a:lnTo>
                    <a:pt x="190500" y="209550"/>
                  </a:lnTo>
                  <a:lnTo>
                    <a:pt x="304800" y="209550"/>
                  </a:lnTo>
                  <a:lnTo>
                    <a:pt x="266700" y="323850"/>
                  </a:lnTo>
                  <a:lnTo>
                    <a:pt x="190500" y="323850"/>
                  </a:lnTo>
                  <a:lnTo>
                    <a:pt x="190500" y="571500"/>
                  </a:lnTo>
                  <a:lnTo>
                    <a:pt x="85005" y="57150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27" name="Google Shape;427;p52">
              <a:hlinkClick r:id="rId5"/>
            </p:cNvPr>
            <p:cNvSpPr/>
            <p:nvPr/>
          </p:nvSpPr>
          <p:spPr>
            <a:xfrm>
              <a:off x="1542850" y="4428000"/>
              <a:ext cx="675000" cy="675000"/>
            </a:xfrm>
            <a:prstGeom prst="ellipse">
              <a:avLst/>
            </a:prstGeom>
            <a:solidFill>
              <a:schemeClr val="lt2">
                <a:alpha val="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grpSp>
        <p:nvGrpSpPr>
          <p:cNvPr id="428" name="Google Shape;428;p52"/>
          <p:cNvGrpSpPr/>
          <p:nvPr/>
        </p:nvGrpSpPr>
        <p:grpSpPr>
          <a:xfrm>
            <a:off x="3285450" y="4428000"/>
            <a:ext cx="675000" cy="675000"/>
            <a:chOff x="3285450" y="4428000"/>
            <a:chExt cx="675000" cy="675000"/>
          </a:xfrm>
        </p:grpSpPr>
        <p:sp>
          <p:nvSpPr>
            <p:cNvPr id="429" name="Google Shape;429;p52"/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24705"/>
                  </a:srgbClr>
                </a:gs>
              </a:gsLst>
              <a:lin ang="3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0" name="Google Shape;430;p52"/>
            <p:cNvSpPr/>
            <p:nvPr/>
          </p:nvSpPr>
          <p:spPr>
            <a:xfrm>
              <a:off x="3454191" y="4646806"/>
              <a:ext cx="337518" cy="237389"/>
            </a:xfrm>
            <a:custGeom>
              <a:avLst/>
              <a:gdLst/>
              <a:ahLst/>
              <a:cxnLst/>
              <a:rect l="l" t="t" r="r" b="b"/>
              <a:pathLst>
                <a:path w="948974" h="667449" extrusionOk="0">
                  <a:moveTo>
                    <a:pt x="376473" y="190180"/>
                  </a:moveTo>
                  <a:lnTo>
                    <a:pt x="376517" y="456817"/>
                  </a:lnTo>
                  <a:lnTo>
                    <a:pt x="632890" y="323963"/>
                  </a:lnTo>
                  <a:close/>
                  <a:moveTo>
                    <a:pt x="474281" y="0"/>
                  </a:moveTo>
                  <a:lnTo>
                    <a:pt x="474693" y="0"/>
                  </a:lnTo>
                  <a:cubicBezTo>
                    <a:pt x="474693" y="0"/>
                    <a:pt x="673893" y="0"/>
                    <a:pt x="806688" y="9599"/>
                  </a:cubicBezTo>
                  <a:cubicBezTo>
                    <a:pt x="825238" y="11812"/>
                    <a:pt x="865686" y="11999"/>
                    <a:pt x="901772" y="49796"/>
                  </a:cubicBezTo>
                  <a:cubicBezTo>
                    <a:pt x="930224" y="78594"/>
                    <a:pt x="939498" y="143989"/>
                    <a:pt x="939498" y="143989"/>
                  </a:cubicBezTo>
                  <a:cubicBezTo>
                    <a:pt x="939498" y="143989"/>
                    <a:pt x="948974" y="220783"/>
                    <a:pt x="948974" y="297577"/>
                  </a:cubicBezTo>
                  <a:lnTo>
                    <a:pt x="948974" y="369572"/>
                  </a:lnTo>
                  <a:cubicBezTo>
                    <a:pt x="948974" y="446366"/>
                    <a:pt x="939498" y="523160"/>
                    <a:pt x="939498" y="523160"/>
                  </a:cubicBezTo>
                  <a:cubicBezTo>
                    <a:pt x="939498" y="523160"/>
                    <a:pt x="930224" y="588555"/>
                    <a:pt x="901772" y="617353"/>
                  </a:cubicBezTo>
                  <a:cubicBezTo>
                    <a:pt x="865687" y="655150"/>
                    <a:pt x="825238" y="655337"/>
                    <a:pt x="806688" y="657550"/>
                  </a:cubicBezTo>
                  <a:cubicBezTo>
                    <a:pt x="673893" y="667149"/>
                    <a:pt x="474488" y="667449"/>
                    <a:pt x="474488" y="667449"/>
                  </a:cubicBezTo>
                  <a:cubicBezTo>
                    <a:pt x="474488" y="667449"/>
                    <a:pt x="227759" y="665196"/>
                    <a:pt x="151839" y="657916"/>
                  </a:cubicBezTo>
                  <a:cubicBezTo>
                    <a:pt x="130719" y="653955"/>
                    <a:pt x="83301" y="655150"/>
                    <a:pt x="47202" y="617353"/>
                  </a:cubicBezTo>
                  <a:cubicBezTo>
                    <a:pt x="18749" y="588555"/>
                    <a:pt x="9491" y="523160"/>
                    <a:pt x="9491" y="523160"/>
                  </a:cubicBezTo>
                  <a:cubicBezTo>
                    <a:pt x="9491" y="523160"/>
                    <a:pt x="0" y="446366"/>
                    <a:pt x="0" y="369572"/>
                  </a:cubicBezTo>
                  <a:lnTo>
                    <a:pt x="0" y="297577"/>
                  </a:lnTo>
                  <a:cubicBezTo>
                    <a:pt x="0" y="220783"/>
                    <a:pt x="9490" y="143989"/>
                    <a:pt x="9490" y="143989"/>
                  </a:cubicBezTo>
                  <a:cubicBezTo>
                    <a:pt x="9490" y="143989"/>
                    <a:pt x="18749" y="78594"/>
                    <a:pt x="47202" y="49796"/>
                  </a:cubicBezTo>
                  <a:cubicBezTo>
                    <a:pt x="83301" y="11999"/>
                    <a:pt x="123735" y="11812"/>
                    <a:pt x="142286" y="9599"/>
                  </a:cubicBezTo>
                  <a:cubicBezTo>
                    <a:pt x="275085" y="0"/>
                    <a:pt x="474281" y="0"/>
                    <a:pt x="47428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1" name="Google Shape;431;p52">
              <a:hlinkClick r:id="rId6"/>
            </p:cNvPr>
            <p:cNvSpPr/>
            <p:nvPr/>
          </p:nvSpPr>
          <p:spPr>
            <a:xfrm>
              <a:off x="3285450" y="4428000"/>
              <a:ext cx="675000" cy="675000"/>
            </a:xfrm>
            <a:prstGeom prst="ellipse">
              <a:avLst/>
            </a:prstGeom>
            <a:solidFill>
              <a:schemeClr val="lt2">
                <a:alpha val="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32" name="Google Shape;432;p52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3" name="Google Shape;433;p52"/>
          <p:cNvGrpSpPr/>
          <p:nvPr/>
        </p:nvGrpSpPr>
        <p:grpSpPr>
          <a:xfrm>
            <a:off x="588000" y="0"/>
            <a:ext cx="920602" cy="112014"/>
            <a:chOff x="696000" y="1460737"/>
            <a:chExt cx="920602" cy="112014"/>
          </a:xfrm>
        </p:grpSpPr>
        <p:sp>
          <p:nvSpPr>
            <p:cNvPr id="434" name="Google Shape;434;p52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5" name="Google Shape;435;p52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6" name="Google Shape;436;p52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7" name="Google Shape;437;p52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8" name="Google Shape;438;p52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39" name="Google Shape;439;p52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0" name="Google Shape;440;p52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1" name="Google Shape;441;p52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2" name="Google Shape;442;p52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3" name="Google Shape;443;p52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4" name="Google Shape;444;p52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5" name="Google Shape;445;p52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6" name="Google Shape;446;p52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7" name="Google Shape;447;p52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8" name="Google Shape;448;p52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49" name="Google Shape;449;p52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50" name="Google Shape;450;p52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51" name="Google Shape;451;p52"/>
          <p:cNvSpPr txBox="1">
            <a:spLocks noGrp="1"/>
          </p:cNvSpPr>
          <p:nvPr>
            <p:ph type="body" idx="1"/>
          </p:nvPr>
        </p:nvSpPr>
        <p:spPr>
          <a:xfrm>
            <a:off x="588000" y="1502651"/>
            <a:ext cx="3456000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Arial"/>
              <a:buNone/>
              <a:defRPr sz="3600" b="0"/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452" name="Google Shape;452;p52"/>
          <p:cNvGrpSpPr/>
          <p:nvPr/>
        </p:nvGrpSpPr>
        <p:grpSpPr>
          <a:xfrm>
            <a:off x="2414150" y="4428000"/>
            <a:ext cx="675000" cy="675000"/>
            <a:chOff x="2414150" y="4428000"/>
            <a:chExt cx="675000" cy="675000"/>
          </a:xfrm>
        </p:grpSpPr>
        <p:sp>
          <p:nvSpPr>
            <p:cNvPr id="453" name="Google Shape;453;p52"/>
            <p:cNvSpPr/>
            <p:nvPr/>
          </p:nvSpPr>
          <p:spPr>
            <a:xfrm>
              <a:off x="2414150" y="4428000"/>
              <a:ext cx="675000" cy="675000"/>
            </a:xfrm>
            <a:prstGeom prst="ellipse">
              <a:avLst/>
            </a:prstGeom>
            <a:gradFill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24705"/>
                  </a:srgbClr>
                </a:gs>
              </a:gsLst>
              <a:lin ang="36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pic>
          <p:nvPicPr>
            <p:cNvPr id="454" name="Google Shape;454;p5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2586567" y="4599119"/>
              <a:ext cx="330166" cy="33745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">
  <p:cSld name="Contact"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3"/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1800000" scaled="0"/>
          </a:gra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457" name="Google Shape;457;p53"/>
          <p:cNvPicPr preferRelativeResize="0"/>
          <p:nvPr/>
        </p:nvPicPr>
        <p:blipFill rotWithShape="1">
          <a:blip r:embed="rId2">
            <a:alphaModFix amt="16000"/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5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14319" y="988444"/>
            <a:ext cx="1363362" cy="3042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59" name="Google Shape;459;p53"/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</p:grpSpPr>
        <p:sp>
          <p:nvSpPr>
            <p:cNvPr id="460" name="Google Shape;460;p53"/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1" name="Google Shape;461;p53"/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2" name="Google Shape;462;p53"/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3" name="Google Shape;463;p53"/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4" name="Google Shape;464;p53"/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5" name="Google Shape;465;p53"/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6" name="Google Shape;466;p53"/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7" name="Google Shape;467;p53"/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8" name="Google Shape;468;p53"/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69" name="Google Shape;469;p53"/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0" name="Google Shape;470;p53"/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1" name="Google Shape;471;p53"/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2" name="Google Shape;472;p53"/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3" name="Google Shape;473;p53"/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4" name="Google Shape;474;p53"/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5" name="Google Shape;475;p53"/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76" name="Google Shape;476;p53"/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477" name="Google Shape;477;p53"/>
          <p:cNvSpPr txBox="1">
            <a:spLocks noGrp="1"/>
          </p:cNvSpPr>
          <p:nvPr>
            <p:ph type="title"/>
          </p:nvPr>
        </p:nvSpPr>
        <p:spPr>
          <a:xfrm>
            <a:off x="3578760" y="1988913"/>
            <a:ext cx="5040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 Gothic"/>
              <a:buNone/>
              <a:defRPr sz="4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53"/>
          <p:cNvSpPr txBox="1">
            <a:spLocks noGrp="1"/>
          </p:cNvSpPr>
          <p:nvPr>
            <p:ph type="body" idx="1"/>
          </p:nvPr>
        </p:nvSpPr>
        <p:spPr>
          <a:xfrm>
            <a:off x="3578760" y="3184018"/>
            <a:ext cx="504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  <a:defRPr sz="2000" b="1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9" name="Google Shape;479;p53"/>
          <p:cNvSpPr/>
          <p:nvPr/>
        </p:nvSpPr>
        <p:spPr>
          <a:xfrm>
            <a:off x="5765062" y="2876242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480" name="Google Shape;480;p53"/>
          <p:cNvSpPr txBox="1">
            <a:spLocks noGrp="1"/>
          </p:cNvSpPr>
          <p:nvPr>
            <p:ph type="body" idx="2"/>
          </p:nvPr>
        </p:nvSpPr>
        <p:spPr>
          <a:xfrm>
            <a:off x="3578760" y="3603118"/>
            <a:ext cx="504000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entury Gothic"/>
              <a:buNone/>
              <a:defRPr sz="16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1" name="Google Shape;481;p53"/>
          <p:cNvSpPr txBox="1">
            <a:spLocks noGrp="1"/>
          </p:cNvSpPr>
          <p:nvPr>
            <p:ph type="body" idx="3"/>
          </p:nvPr>
        </p:nvSpPr>
        <p:spPr>
          <a:xfrm>
            <a:off x="5687837" y="4226051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2" name="Google Shape;482;p53"/>
          <p:cNvSpPr txBox="1">
            <a:spLocks noGrp="1"/>
          </p:cNvSpPr>
          <p:nvPr>
            <p:ph type="body" idx="4"/>
          </p:nvPr>
        </p:nvSpPr>
        <p:spPr>
          <a:xfrm>
            <a:off x="5687837" y="4516563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83" name="Google Shape;483;p5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63837" y="4226051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p5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363837" y="4516563"/>
            <a:ext cx="180000" cy="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act 2">
  <p:cSld name="Contact 2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p5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414319" y="988444"/>
            <a:ext cx="1363362" cy="30422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87" name="Google Shape;487;p54"/>
          <p:cNvGrpSpPr/>
          <p:nvPr/>
        </p:nvGrpSpPr>
        <p:grpSpPr>
          <a:xfrm>
            <a:off x="5635699" y="-10208"/>
            <a:ext cx="920602" cy="74305"/>
            <a:chOff x="5635699" y="5931141"/>
            <a:chExt cx="920602" cy="74305"/>
          </a:xfrm>
        </p:grpSpPr>
        <p:sp>
          <p:nvSpPr>
            <p:cNvPr id="488" name="Google Shape;488;p54"/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89" name="Google Shape;489;p54"/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0" name="Google Shape;490;p54"/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1" name="Google Shape;491;p54"/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2" name="Google Shape;492;p54"/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3" name="Google Shape;493;p54"/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4" name="Google Shape;494;p54"/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5" name="Google Shape;495;p54"/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6" name="Google Shape;496;p54"/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7" name="Google Shape;497;p54"/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8" name="Google Shape;498;p54"/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499" name="Google Shape;499;p54"/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0" name="Google Shape;500;p54"/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1" name="Google Shape;501;p54"/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2" name="Google Shape;502;p54"/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3" name="Google Shape;503;p54"/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04" name="Google Shape;504;p54"/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05" name="Google Shape;505;p54"/>
          <p:cNvSpPr txBox="1">
            <a:spLocks noGrp="1"/>
          </p:cNvSpPr>
          <p:nvPr>
            <p:ph type="title"/>
          </p:nvPr>
        </p:nvSpPr>
        <p:spPr>
          <a:xfrm>
            <a:off x="3578760" y="1763325"/>
            <a:ext cx="5040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entury Gothic"/>
              <a:buNone/>
              <a:defRPr sz="4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6" name="Google Shape;506;p54"/>
          <p:cNvSpPr/>
          <p:nvPr/>
        </p:nvSpPr>
        <p:spPr>
          <a:xfrm>
            <a:off x="5765062" y="2650654"/>
            <a:ext cx="667396" cy="36000"/>
          </a:xfrm>
          <a:prstGeom prst="parallelogram">
            <a:avLst>
              <a:gd name="adj" fmla="val 98714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07" name="Google Shape;507;p54"/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1800000" scaled="0"/>
          </a:gra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08" name="Google Shape;508;p54"/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  <a:noFill/>
          <a:ln>
            <a:noFill/>
          </a:ln>
        </p:spPr>
      </p:pic>
      <p:sp>
        <p:nvSpPr>
          <p:cNvPr id="509" name="Google Shape;509;p54"/>
          <p:cNvSpPr/>
          <p:nvPr/>
        </p:nvSpPr>
        <p:spPr>
          <a:xfrm>
            <a:off x="1802802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lt1"/>
          </a:solidFill>
          <a:ln w="12700" cap="flat" cmpd="sng">
            <a:solidFill>
              <a:srgbClr val="65699E">
                <a:alpha val="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10" name="Google Shape;510;p54"/>
          <p:cNvGrpSpPr/>
          <p:nvPr/>
        </p:nvGrpSpPr>
        <p:grpSpPr>
          <a:xfrm>
            <a:off x="2241885" y="3605998"/>
            <a:ext cx="920602" cy="74305"/>
            <a:chOff x="696000" y="1460737"/>
            <a:chExt cx="920602" cy="112014"/>
          </a:xfrm>
        </p:grpSpPr>
        <p:sp>
          <p:nvSpPr>
            <p:cNvPr id="511" name="Google Shape;511;p54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2" name="Google Shape;512;p54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3" name="Google Shape;513;p54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4" name="Google Shape;514;p54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5" name="Google Shape;515;p54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6" name="Google Shape;516;p54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7" name="Google Shape;517;p54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8" name="Google Shape;518;p54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19" name="Google Shape;519;p54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0" name="Google Shape;520;p54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1" name="Google Shape;521;p54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2" name="Google Shape;522;p54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3" name="Google Shape;523;p54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4" name="Google Shape;524;p54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5" name="Google Shape;525;p54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6" name="Google Shape;526;p54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27" name="Google Shape;527;p54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28" name="Google Shape;528;p54"/>
          <p:cNvSpPr txBox="1">
            <a:spLocks noGrp="1"/>
          </p:cNvSpPr>
          <p:nvPr>
            <p:ph type="body" idx="1"/>
          </p:nvPr>
        </p:nvSpPr>
        <p:spPr>
          <a:xfrm>
            <a:off x="2241885" y="4118900"/>
            <a:ext cx="31936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  <a:defRPr sz="2000" b="1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9" name="Google Shape;529;p54"/>
          <p:cNvSpPr txBox="1">
            <a:spLocks noGrp="1"/>
          </p:cNvSpPr>
          <p:nvPr>
            <p:ph type="body" idx="2"/>
          </p:nvPr>
        </p:nvSpPr>
        <p:spPr>
          <a:xfrm>
            <a:off x="2241885" y="4513288"/>
            <a:ext cx="31936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entury Gothic"/>
              <a:buNone/>
              <a:defRPr sz="16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0" name="Google Shape;530;p54"/>
          <p:cNvSpPr txBox="1">
            <a:spLocks noGrp="1"/>
          </p:cNvSpPr>
          <p:nvPr>
            <p:ph type="body" idx="3"/>
          </p:nvPr>
        </p:nvSpPr>
        <p:spPr>
          <a:xfrm>
            <a:off x="2565886" y="5034150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1" name="Google Shape;531;p54"/>
          <p:cNvSpPr txBox="1">
            <a:spLocks noGrp="1"/>
          </p:cNvSpPr>
          <p:nvPr>
            <p:ph type="body" idx="4"/>
          </p:nvPr>
        </p:nvSpPr>
        <p:spPr>
          <a:xfrm>
            <a:off x="2565886" y="5324662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32" name="Google Shape;532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41886" y="5034150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41886" y="5324662"/>
            <a:ext cx="180000" cy="18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4" name="Google Shape;534;p54"/>
          <p:cNvSpPr/>
          <p:nvPr/>
        </p:nvSpPr>
        <p:spPr>
          <a:xfrm>
            <a:off x="6299293" y="3604740"/>
            <a:ext cx="4101977" cy="2426890"/>
          </a:xfrm>
          <a:prstGeom prst="snip2DiagRect">
            <a:avLst>
              <a:gd name="adj1" fmla="val 3975"/>
              <a:gd name="adj2" fmla="val 0"/>
            </a:avLst>
          </a:prstGeom>
          <a:solidFill>
            <a:schemeClr val="lt1"/>
          </a:solidFill>
          <a:ln w="12700" cap="flat" cmpd="sng">
            <a:solidFill>
              <a:srgbClr val="65699E">
                <a:alpha val="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360000" rIns="360000" bIns="3600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pSp>
        <p:nvGrpSpPr>
          <p:cNvPr id="535" name="Google Shape;535;p54"/>
          <p:cNvGrpSpPr/>
          <p:nvPr/>
        </p:nvGrpSpPr>
        <p:grpSpPr>
          <a:xfrm>
            <a:off x="6738376" y="3605998"/>
            <a:ext cx="920602" cy="74305"/>
            <a:chOff x="696000" y="1460737"/>
            <a:chExt cx="920602" cy="112014"/>
          </a:xfrm>
        </p:grpSpPr>
        <p:sp>
          <p:nvSpPr>
            <p:cNvPr id="536" name="Google Shape;536;p54"/>
            <p:cNvSpPr/>
            <p:nvPr/>
          </p:nvSpPr>
          <p:spPr>
            <a:xfrm rot="10800000">
              <a:off x="121737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7" name="Google Shape;537;p54"/>
            <p:cNvSpPr/>
            <p:nvPr/>
          </p:nvSpPr>
          <p:spPr>
            <a:xfrm rot="10800000">
              <a:off x="116523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54"/>
            <p:cNvSpPr/>
            <p:nvPr/>
          </p:nvSpPr>
          <p:spPr>
            <a:xfrm rot="10800000">
              <a:off x="111310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9" name="Google Shape;539;p54"/>
            <p:cNvSpPr/>
            <p:nvPr/>
          </p:nvSpPr>
          <p:spPr>
            <a:xfrm rot="10800000">
              <a:off x="106096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0" name="Google Shape;540;p54"/>
            <p:cNvSpPr/>
            <p:nvPr/>
          </p:nvSpPr>
          <p:spPr>
            <a:xfrm rot="10800000">
              <a:off x="1008826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1" name="Google Shape;541;p54"/>
            <p:cNvSpPr/>
            <p:nvPr/>
          </p:nvSpPr>
          <p:spPr>
            <a:xfrm rot="10800000">
              <a:off x="95668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2" name="Google Shape;542;p54"/>
            <p:cNvSpPr/>
            <p:nvPr/>
          </p:nvSpPr>
          <p:spPr>
            <a:xfrm rot="10800000">
              <a:off x="904551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3" name="Google Shape;543;p54"/>
            <p:cNvSpPr/>
            <p:nvPr/>
          </p:nvSpPr>
          <p:spPr>
            <a:xfrm rot="10800000">
              <a:off x="852413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4" name="Google Shape;544;p54"/>
            <p:cNvSpPr/>
            <p:nvPr/>
          </p:nvSpPr>
          <p:spPr>
            <a:xfrm rot="10800000">
              <a:off x="800275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5" name="Google Shape;545;p54"/>
            <p:cNvSpPr/>
            <p:nvPr/>
          </p:nvSpPr>
          <p:spPr>
            <a:xfrm rot="10800000">
              <a:off x="748138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6" name="Google Shape;546;p54"/>
            <p:cNvSpPr/>
            <p:nvPr/>
          </p:nvSpPr>
          <p:spPr>
            <a:xfrm rot="10800000">
              <a:off x="696000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7" name="Google Shape;547;p54"/>
            <p:cNvSpPr/>
            <p:nvPr/>
          </p:nvSpPr>
          <p:spPr>
            <a:xfrm>
              <a:off x="126951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8" name="Google Shape;548;p54"/>
            <p:cNvSpPr/>
            <p:nvPr/>
          </p:nvSpPr>
          <p:spPr>
            <a:xfrm>
              <a:off x="132165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49" name="Google Shape;549;p54"/>
            <p:cNvSpPr/>
            <p:nvPr/>
          </p:nvSpPr>
          <p:spPr>
            <a:xfrm>
              <a:off x="1373789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0" name="Google Shape;550;p54"/>
            <p:cNvSpPr/>
            <p:nvPr/>
          </p:nvSpPr>
          <p:spPr>
            <a:xfrm>
              <a:off x="1425927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1" name="Google Shape;551;p54"/>
            <p:cNvSpPr/>
            <p:nvPr/>
          </p:nvSpPr>
          <p:spPr>
            <a:xfrm>
              <a:off x="1530202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52" name="Google Shape;552;p54"/>
            <p:cNvSpPr/>
            <p:nvPr/>
          </p:nvSpPr>
          <p:spPr>
            <a:xfrm>
              <a:off x="1478064" y="1460737"/>
              <a:ext cx="86400" cy="112014"/>
            </a:xfrm>
            <a:prstGeom prst="parallelogram">
              <a:avLst>
                <a:gd name="adj" fmla="val 87408"/>
              </a:avLst>
            </a:prstGeom>
            <a:solidFill>
              <a:schemeClr val="dk2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53" name="Google Shape;553;p54"/>
          <p:cNvSpPr txBox="1">
            <a:spLocks noGrp="1"/>
          </p:cNvSpPr>
          <p:nvPr>
            <p:ph type="body" idx="5"/>
          </p:nvPr>
        </p:nvSpPr>
        <p:spPr>
          <a:xfrm>
            <a:off x="6738376" y="4118900"/>
            <a:ext cx="319365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Century Gothic"/>
              <a:buNone/>
              <a:defRPr sz="2000" b="1" cap="none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4" name="Google Shape;554;p54"/>
          <p:cNvSpPr txBox="1">
            <a:spLocks noGrp="1"/>
          </p:cNvSpPr>
          <p:nvPr>
            <p:ph type="body" idx="6"/>
          </p:nvPr>
        </p:nvSpPr>
        <p:spPr>
          <a:xfrm>
            <a:off x="6738376" y="4513288"/>
            <a:ext cx="319365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entury Gothic"/>
              <a:buNone/>
              <a:defRPr sz="16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5" name="Google Shape;555;p54"/>
          <p:cNvSpPr txBox="1">
            <a:spLocks noGrp="1"/>
          </p:cNvSpPr>
          <p:nvPr>
            <p:ph type="body" idx="7"/>
          </p:nvPr>
        </p:nvSpPr>
        <p:spPr>
          <a:xfrm>
            <a:off x="7062377" y="5034150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6" name="Google Shape;556;p54"/>
          <p:cNvSpPr txBox="1">
            <a:spLocks noGrp="1"/>
          </p:cNvSpPr>
          <p:nvPr>
            <p:ph type="body" idx="8"/>
          </p:nvPr>
        </p:nvSpPr>
        <p:spPr>
          <a:xfrm>
            <a:off x="7062377" y="5324662"/>
            <a:ext cx="1883175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Century Gothic"/>
              <a:buNone/>
              <a:defRPr sz="1200" b="1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lvl3pPr>
            <a:lvl4pPr marL="1828800" lvl="3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SzPts val="1100"/>
              <a:buNone/>
              <a:defRPr/>
            </a:lvl4pPr>
            <a:lvl5pPr marL="2286000" lvl="4" indent="-228600" algn="l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57" name="Google Shape;557;p5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38377" y="5034150"/>
            <a:ext cx="180000" cy="18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5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738377" y="5324662"/>
            <a:ext cx="180000" cy="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hank You">
  <p:cSld name="Thank You"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55"/>
          <p:cNvSpPr/>
          <p:nvPr/>
        </p:nvSpPr>
        <p:spPr>
          <a:xfrm>
            <a:off x="3263900" y="1036069"/>
            <a:ext cx="5664200" cy="5055812"/>
          </a:xfrm>
          <a:prstGeom prst="snip2DiagRect">
            <a:avLst>
              <a:gd name="adj1" fmla="val 2894"/>
              <a:gd name="adj2" fmla="val 0"/>
            </a:avLst>
          </a:prstGeom>
          <a:solidFill>
            <a:schemeClr val="lt1"/>
          </a:solidFill>
          <a:ln w="12700" cap="flat" cmpd="sng">
            <a:solidFill>
              <a:srgbClr val="65699E">
                <a:alpha val="9803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360000" tIns="45700" rIns="360000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>
              <a:solidFill>
                <a:schemeClr val="dk2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61" name="Google Shape;561;p5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5245100" y="1428554"/>
            <a:ext cx="1701800" cy="379738"/>
          </a:xfrm>
          <a:prstGeom prst="rect">
            <a:avLst/>
          </a:prstGeom>
          <a:noFill/>
          <a:ln>
            <a:noFill/>
          </a:ln>
        </p:spPr>
      </p:pic>
      <p:sp>
        <p:nvSpPr>
          <p:cNvPr id="562" name="Google Shape;562;p55"/>
          <p:cNvSpPr txBox="1"/>
          <p:nvPr/>
        </p:nvSpPr>
        <p:spPr>
          <a:xfrm>
            <a:off x="4188427" y="3307146"/>
            <a:ext cx="381514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grpSp>
        <p:nvGrpSpPr>
          <p:cNvPr id="563" name="Google Shape;563;p55"/>
          <p:cNvGrpSpPr/>
          <p:nvPr/>
        </p:nvGrpSpPr>
        <p:grpSpPr>
          <a:xfrm>
            <a:off x="5635699" y="5893751"/>
            <a:ext cx="920602" cy="74305"/>
            <a:chOff x="5635699" y="5931141"/>
            <a:chExt cx="920602" cy="74305"/>
          </a:xfrm>
        </p:grpSpPr>
        <p:sp>
          <p:nvSpPr>
            <p:cNvPr id="564" name="Google Shape;564;p55"/>
            <p:cNvSpPr/>
            <p:nvPr/>
          </p:nvSpPr>
          <p:spPr>
            <a:xfrm rot="10800000">
              <a:off x="615707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5" name="Google Shape;565;p55"/>
            <p:cNvSpPr/>
            <p:nvPr/>
          </p:nvSpPr>
          <p:spPr>
            <a:xfrm rot="10800000">
              <a:off x="610493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6" name="Google Shape;566;p55"/>
            <p:cNvSpPr/>
            <p:nvPr/>
          </p:nvSpPr>
          <p:spPr>
            <a:xfrm rot="10800000">
              <a:off x="605280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7" name="Google Shape;567;p55"/>
            <p:cNvSpPr/>
            <p:nvPr/>
          </p:nvSpPr>
          <p:spPr>
            <a:xfrm rot="10800000">
              <a:off x="600066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8" name="Google Shape;568;p55"/>
            <p:cNvSpPr/>
            <p:nvPr/>
          </p:nvSpPr>
          <p:spPr>
            <a:xfrm rot="10800000">
              <a:off x="5948525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69" name="Google Shape;569;p55"/>
            <p:cNvSpPr/>
            <p:nvPr/>
          </p:nvSpPr>
          <p:spPr>
            <a:xfrm rot="10800000">
              <a:off x="589638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0" name="Google Shape;570;p55"/>
            <p:cNvSpPr/>
            <p:nvPr/>
          </p:nvSpPr>
          <p:spPr>
            <a:xfrm rot="10800000">
              <a:off x="5844250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1" name="Google Shape;571;p55"/>
            <p:cNvSpPr/>
            <p:nvPr/>
          </p:nvSpPr>
          <p:spPr>
            <a:xfrm rot="10800000">
              <a:off x="5792112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2" name="Google Shape;572;p55"/>
            <p:cNvSpPr/>
            <p:nvPr/>
          </p:nvSpPr>
          <p:spPr>
            <a:xfrm rot="10800000">
              <a:off x="5739974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3" name="Google Shape;573;p55"/>
            <p:cNvSpPr/>
            <p:nvPr/>
          </p:nvSpPr>
          <p:spPr>
            <a:xfrm rot="10800000">
              <a:off x="5687837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4" name="Google Shape;574;p55"/>
            <p:cNvSpPr/>
            <p:nvPr/>
          </p:nvSpPr>
          <p:spPr>
            <a:xfrm rot="10800000">
              <a:off x="5635699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5" name="Google Shape;575;p55"/>
            <p:cNvSpPr/>
            <p:nvPr/>
          </p:nvSpPr>
          <p:spPr>
            <a:xfrm>
              <a:off x="620921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6" name="Google Shape;576;p55"/>
            <p:cNvSpPr/>
            <p:nvPr/>
          </p:nvSpPr>
          <p:spPr>
            <a:xfrm>
              <a:off x="626135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7" name="Google Shape;577;p55"/>
            <p:cNvSpPr/>
            <p:nvPr/>
          </p:nvSpPr>
          <p:spPr>
            <a:xfrm>
              <a:off x="6313488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8" name="Google Shape;578;p55"/>
            <p:cNvSpPr/>
            <p:nvPr/>
          </p:nvSpPr>
          <p:spPr>
            <a:xfrm>
              <a:off x="6365626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79" name="Google Shape;579;p55"/>
            <p:cNvSpPr/>
            <p:nvPr/>
          </p:nvSpPr>
          <p:spPr>
            <a:xfrm>
              <a:off x="6469901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80" name="Google Shape;580;p55"/>
            <p:cNvSpPr/>
            <p:nvPr/>
          </p:nvSpPr>
          <p:spPr>
            <a:xfrm>
              <a:off x="6417763" y="5931141"/>
              <a:ext cx="86400" cy="74305"/>
            </a:xfrm>
            <a:prstGeom prst="parallelogram">
              <a:avLst>
                <a:gd name="adj" fmla="val 87408"/>
              </a:avLst>
            </a:pr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sp>
        <p:nvSpPr>
          <p:cNvPr id="581" name="Google Shape;581;p55"/>
          <p:cNvSpPr/>
          <p:nvPr/>
        </p:nvSpPr>
        <p:spPr>
          <a:xfrm>
            <a:off x="0" y="5869556"/>
            <a:ext cx="12192000" cy="988444"/>
          </a:xfrm>
          <a:prstGeom prst="rect">
            <a:avLst/>
          </a:prstGeom>
          <a:gradFill>
            <a:gsLst>
              <a:gs pos="0">
                <a:schemeClr val="lt2"/>
              </a:gs>
              <a:gs pos="85000">
                <a:schemeClr val="dk2"/>
              </a:gs>
              <a:gs pos="100000">
                <a:schemeClr val="dk2"/>
              </a:gs>
            </a:gsLst>
            <a:lin ang="1800000" scaled="0"/>
          </a:gradFill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82" name="Google Shape;582;p55"/>
          <p:cNvPicPr preferRelativeResize="0"/>
          <p:nvPr/>
        </p:nvPicPr>
        <p:blipFill rotWithShape="1">
          <a:blip r:embed="rId3">
            <a:alphaModFix amt="16000"/>
          </a:blip>
          <a:srcRect/>
          <a:stretch/>
        </p:blipFill>
        <p:spPr>
          <a:xfrm>
            <a:off x="0" y="5676179"/>
            <a:ext cx="12192000" cy="1049842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5">
            <a:hlinkClick r:id="rId4"/>
          </p:cNvPr>
          <p:cNvSpPr/>
          <p:nvPr/>
        </p:nvSpPr>
        <p:spPr>
          <a:xfrm>
            <a:off x="4368000" y="5544951"/>
            <a:ext cx="3456000" cy="576000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  <a:effectLst>
            <a:outerShdw blurRad="317500" algn="ctr" rotWithShape="0">
              <a:schemeClr val="dk2">
                <a:alpha val="24705"/>
              </a:scheme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www.thalesgroup.com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1_Blank">
  <p:cSld name="1_Blank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>
            <a:spLocks noGrp="1"/>
          </p:cNvSpPr>
          <p:nvPr>
            <p:ph type="title"/>
          </p:nvPr>
        </p:nvSpPr>
        <p:spPr>
          <a:xfrm>
            <a:off x="588000" y="360000"/>
            <a:ext cx="11016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  <a:defRPr sz="2400" b="1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37"/>
          <p:cNvSpPr txBox="1">
            <a:spLocks noGrp="1"/>
          </p:cNvSpPr>
          <p:nvPr>
            <p:ph type="body" idx="1"/>
          </p:nvPr>
        </p:nvSpPr>
        <p:spPr>
          <a:xfrm>
            <a:off x="588000" y="1064645"/>
            <a:ext cx="11016000" cy="454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14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Century Gothic"/>
              <a:buChar char="•"/>
              <a:defRPr sz="1800" b="1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175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Noto Sans Symbols"/>
              <a:buChar char="🢒"/>
              <a:defRPr sz="1400" b="0" i="0" u="none" strike="noStrike" cap="none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04800" algn="l" rtl="0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entury Gothic"/>
              <a:buChar char="–"/>
              <a:defRPr sz="12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98450" algn="l" rtl="0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Arial"/>
              <a:buChar char="›"/>
              <a:defRPr sz="1100" b="0" i="0" u="none" strike="noStrike" cap="none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92100" algn="l" rtl="0">
              <a:lnSpc>
                <a:spcPct val="114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Noto Sans Symbols"/>
              <a:buChar char="🢒"/>
              <a:defRPr sz="1000" b="0" i="0" u="none" strike="noStrike" cap="none">
                <a:solidFill>
                  <a:schemeClr val="accen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8" name="Google Shape;8;p37"/>
          <p:cNvSpPr/>
          <p:nvPr/>
        </p:nvSpPr>
        <p:spPr>
          <a:xfrm>
            <a:off x="0" y="6102000"/>
            <a:ext cx="12192000" cy="75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9" name="Google Shape;9;p37"/>
          <p:cNvSpPr/>
          <p:nvPr/>
        </p:nvSpPr>
        <p:spPr>
          <a:xfrm>
            <a:off x="11328000" y="6102000"/>
            <a:ext cx="864000" cy="756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0" name="Google Shape;10;p37"/>
          <p:cNvSpPr txBox="1"/>
          <p:nvPr/>
        </p:nvSpPr>
        <p:spPr>
          <a:xfrm>
            <a:off x="11577118" y="6380640"/>
            <a:ext cx="365764" cy="19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‹#›</a:t>
            </a:fld>
            <a:endParaRPr sz="9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1" name="Google Shape;11;p37"/>
          <p:cNvSpPr/>
          <p:nvPr/>
        </p:nvSpPr>
        <p:spPr>
          <a:xfrm>
            <a:off x="11328000" y="6822000"/>
            <a:ext cx="864000" cy="36000"/>
          </a:xfrm>
          <a:prstGeom prst="rect">
            <a:avLst/>
          </a:prstGeom>
          <a:solidFill>
            <a:srgbClr val="1A1F5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12" name="Google Shape;12;p37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249118" y="6359505"/>
            <a:ext cx="1080000" cy="240991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7"/>
          <p:cNvSpPr txBox="1"/>
          <p:nvPr/>
        </p:nvSpPr>
        <p:spPr>
          <a:xfrm>
            <a:off x="1651322" y="6392746"/>
            <a:ext cx="8889356" cy="2000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REF xxxxxxxxxxxx rev xxx – date Name of the company / Template: 87211168-COM-GRP-EN-007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 b="0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This document may not be reproduced, modified, adapted, published, translated, in any way, in whole or in part or disclosed to a third party without the prior written consent of Thales </a:t>
            </a:r>
            <a:r>
              <a:rPr lang="fr-FR" sz="600" b="1" i="0" u="none" strike="noStrike" cap="non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© 2025 THALES. All rights reserved.</a:t>
            </a:r>
            <a:endParaRPr/>
          </a:p>
        </p:txBody>
      </p:sp>
      <p:sp>
        <p:nvSpPr>
          <p:cNvPr id="14" name="Google Shape;14;p37"/>
          <p:cNvSpPr/>
          <p:nvPr/>
        </p:nvSpPr>
        <p:spPr>
          <a:xfrm>
            <a:off x="0" y="6102000"/>
            <a:ext cx="12192000" cy="10800"/>
          </a:xfrm>
          <a:prstGeom prst="rect">
            <a:avLst/>
          </a:prstGeom>
          <a:solidFill>
            <a:srgbClr val="000000">
              <a:alpha val="9803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5" name="Google Shape;15;p37"/>
          <p:cNvSpPr/>
          <p:nvPr/>
        </p:nvSpPr>
        <p:spPr>
          <a:xfrm>
            <a:off x="3809808" y="6179080"/>
            <a:ext cx="4572383" cy="180425"/>
          </a:xfrm>
          <a:prstGeom prst="rect">
            <a:avLst/>
          </a:prstGeom>
          <a:noFill/>
          <a:ln w="9525" cap="flat" cmpd="sng">
            <a:solidFill>
              <a:srgbClr val="E5E5E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0000" tIns="36000" rIns="90000" bIns="360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Century Gothic"/>
              <a:buNone/>
            </a:pPr>
            <a:r>
              <a:rPr lang="fr-FR" sz="7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OPEN | </a:t>
            </a:r>
            <a:r>
              <a:rPr lang="fr-FR" sz="700" b="1" i="0" u="none" strike="noStrike" cap="none">
                <a:solidFill>
                  <a:schemeClr val="accent3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THALES GROUP LIMITED DISTRIBUTION </a:t>
            </a:r>
            <a:r>
              <a:rPr lang="fr-FR" sz="7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| </a:t>
            </a:r>
            <a:r>
              <a:rPr lang="fr-FR" sz="700" b="1" i="0" u="none" strike="noStrike" cap="none">
                <a:solidFill>
                  <a:schemeClr val="accent5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THALES GROUP CONFIDENTIAL </a:t>
            </a:r>
            <a:r>
              <a:rPr lang="fr-FR" sz="700" b="1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| </a:t>
            </a:r>
            <a:r>
              <a:rPr lang="fr-FR" sz="700" b="1" i="0" u="none" strike="noStrike" cap="none">
                <a:solidFill>
                  <a:schemeClr val="accent4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THALES GROUP SECRET </a:t>
            </a:r>
            <a:endParaRPr/>
          </a:p>
        </p:txBody>
      </p:sp>
      <p:sp>
        <p:nvSpPr>
          <p:cNvPr id="2" name="MSIPCMContentMarking" descr="{&quot;HashCode&quot;:302568440,&quot;Placement&quot;:&quot;Footer&quot;,&quot;Top&quot;:519.343,&quot;Left&quot;:370.036072,&quot;SlideWidth&quot;:960,&quot;SlideHeight&quot;:540}">
            <a:extLst>
              <a:ext uri="{FF2B5EF4-FFF2-40B4-BE49-F238E27FC236}">
                <a16:creationId xmlns:a16="http://schemas.microsoft.com/office/drawing/2014/main" id="{8F87341A-86DE-5353-FB5F-38EA2247A8A3}"/>
              </a:ext>
            </a:extLst>
          </p:cNvPr>
          <p:cNvSpPr txBox="1"/>
          <p:nvPr userDrawn="1"/>
        </p:nvSpPr>
        <p:spPr>
          <a:xfrm>
            <a:off x="4699458" y="6595656"/>
            <a:ext cx="2793084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8000"/>
                </a:solidFill>
                <a:latin typeface="Calibri" panose="020F0502020204030204" pitchFamily="34" charset="0"/>
              </a:rPr>
              <a:t>THALES GROUP LIMITED DISTRIBUTION - SCOPE </a:t>
            </a: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1"/>
          <p:cNvSpPr txBox="1">
            <a:spLocks noGrp="1"/>
          </p:cNvSpPr>
          <p:nvPr>
            <p:ph type="title"/>
          </p:nvPr>
        </p:nvSpPr>
        <p:spPr>
          <a:xfrm>
            <a:off x="1080000" y="2662254"/>
            <a:ext cx="38154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Century Gothic"/>
              <a:buNone/>
            </a:pPr>
            <a:r>
              <a:rPr lang="fr-FR" sz="2600"/>
              <a:t>Fingerprint Minutiae Matching Using Graph Neural Network with Geometric Invariant Features</a:t>
            </a:r>
            <a:endParaRPr sz="2600"/>
          </a:p>
        </p:txBody>
      </p:sp>
      <p:sp>
        <p:nvSpPr>
          <p:cNvPr id="590" name="Google Shape;590;p1"/>
          <p:cNvSpPr txBox="1">
            <a:spLocks noGrp="1"/>
          </p:cNvSpPr>
          <p:nvPr>
            <p:ph type="body" idx="1"/>
          </p:nvPr>
        </p:nvSpPr>
        <p:spPr>
          <a:xfrm>
            <a:off x="1079500" y="4628182"/>
            <a:ext cx="3815400" cy="59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rPr lang="fr-FR"/>
              <a:t>Yi Zheng</a:t>
            </a:r>
            <a:endParaRPr/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entury Gothic"/>
              <a:buNone/>
            </a:pPr>
            <a:r>
              <a:rPr lang="fr-FR"/>
              <a:t>February 27, 2025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"/>
          <p:cNvSpPr txBox="1">
            <a:spLocks noGrp="1"/>
          </p:cNvSpPr>
          <p:nvPr>
            <p:ph type="title"/>
          </p:nvPr>
        </p:nvSpPr>
        <p:spPr>
          <a:xfrm>
            <a:off x="838900" y="2520550"/>
            <a:ext cx="110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Century Gothic"/>
              <a:buNone/>
            </a:pPr>
            <a:r>
              <a:rPr lang="fr-FR" sz="3400"/>
              <a:t>Table of contents</a:t>
            </a:r>
            <a:endParaRPr sz="3400"/>
          </a:p>
        </p:txBody>
      </p:sp>
      <p:sp>
        <p:nvSpPr>
          <p:cNvPr id="596" name="Google Shape;596;p4"/>
          <p:cNvSpPr txBox="1"/>
          <p:nvPr/>
        </p:nvSpPr>
        <p:spPr>
          <a:xfrm>
            <a:off x="6585000" y="1650600"/>
            <a:ext cx="1047600" cy="30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01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02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03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04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entury Gothic"/>
              <a:buNone/>
            </a:pPr>
            <a:r>
              <a:rPr lang="fr-FR" sz="2100" b="1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05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r" rtl="0">
              <a:spcBef>
                <a:spcPts val="0"/>
              </a:spcBef>
              <a:spcAft>
                <a:spcPts val="400"/>
              </a:spcAft>
              <a:buNone/>
            </a:pP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597" name="Google Shape;597;p4"/>
          <p:cNvSpPr txBox="1"/>
          <p:nvPr/>
        </p:nvSpPr>
        <p:spPr>
          <a:xfrm>
            <a:off x="7518250" y="1261500"/>
            <a:ext cx="5019900" cy="38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Problem Statement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entury Gothic"/>
              <a:buNone/>
            </a:pPr>
            <a:r>
              <a:rPr lang="fr-FR" sz="21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Existing Solutions &amp; Limitations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Proposed Solution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System Architecture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100" b="1">
                <a:solidFill>
                  <a:schemeClr val="dk2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Preliminary Results</a:t>
            </a:r>
            <a:endParaRPr sz="21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endParaRPr sz="20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339ecbafa7c_1_429"/>
          <p:cNvSpPr/>
          <p:nvPr/>
        </p:nvSpPr>
        <p:spPr>
          <a:xfrm>
            <a:off x="1113100" y="457200"/>
            <a:ext cx="4536300" cy="8511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03" name="Google Shape;603;g339ecbafa7c_1_429"/>
          <p:cNvCxnSpPr/>
          <p:nvPr/>
        </p:nvCxnSpPr>
        <p:spPr>
          <a:xfrm>
            <a:off x="5924798" y="884796"/>
            <a:ext cx="51525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04" name="Google Shape;604;g339ecbafa7c_1_429"/>
          <p:cNvSpPr/>
          <p:nvPr/>
        </p:nvSpPr>
        <p:spPr>
          <a:xfrm>
            <a:off x="6290937" y="1138197"/>
            <a:ext cx="174900" cy="17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339ecbafa7c_1_429"/>
          <p:cNvSpPr txBox="1"/>
          <p:nvPr/>
        </p:nvSpPr>
        <p:spPr>
          <a:xfrm>
            <a:off x="1258930" y="457200"/>
            <a:ext cx="4520100" cy="10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500">
                <a:solidFill>
                  <a:srgbClr val="F1F1E9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Problem Statement</a:t>
            </a:r>
            <a:endParaRPr sz="3500">
              <a:solidFill>
                <a:srgbClr val="F1F1E9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06" name="Google Shape;606;g339ecbafa7c_1_429"/>
          <p:cNvSpPr txBox="1"/>
          <p:nvPr/>
        </p:nvSpPr>
        <p:spPr>
          <a:xfrm>
            <a:off x="6542987" y="1010491"/>
            <a:ext cx="45363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Minutiae Matching (Traditional)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07" name="Google Shape;607;g339ecbafa7c_1_429"/>
          <p:cNvSpPr txBox="1"/>
          <p:nvPr/>
        </p:nvSpPr>
        <p:spPr>
          <a:xfrm>
            <a:off x="6145203" y="1365574"/>
            <a:ext cx="51525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Use handcrafted representations with local descriptors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Indexing (global matching): MCC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pic>
        <p:nvPicPr>
          <p:cNvPr id="608" name="Google Shape;608;g339ecbafa7c_1_4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79523" y="1600424"/>
            <a:ext cx="1909826" cy="1480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9" name="Google Shape;609;g339ecbafa7c_1_4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92947" y="1600424"/>
            <a:ext cx="2289886" cy="1480654"/>
          </a:xfrm>
          <a:prstGeom prst="rect">
            <a:avLst/>
          </a:prstGeom>
          <a:noFill/>
          <a:ln>
            <a:noFill/>
          </a:ln>
        </p:spPr>
      </p:pic>
      <p:pic>
        <p:nvPicPr>
          <p:cNvPr id="610" name="Google Shape;610;g339ecbafa7c_1_4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58930" y="3656493"/>
            <a:ext cx="4248807" cy="1480670"/>
          </a:xfrm>
          <a:prstGeom prst="rect">
            <a:avLst/>
          </a:prstGeom>
          <a:noFill/>
          <a:ln>
            <a:noFill/>
          </a:ln>
        </p:spPr>
      </p:pic>
      <p:sp>
        <p:nvSpPr>
          <p:cNvPr id="611" name="Google Shape;611;g339ecbafa7c_1_429"/>
          <p:cNvSpPr txBox="1"/>
          <p:nvPr/>
        </p:nvSpPr>
        <p:spPr>
          <a:xfrm>
            <a:off x="1258930" y="2988108"/>
            <a:ext cx="3996900" cy="8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800">
                <a:solidFill>
                  <a:srgbClr val="004A2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Maltoni, D., Maio, D., Jain, A.K., Feng, J.(2022). Fingerprint Matching. In: Handbook of Fingerprint Recognition. Springer, Cham</a:t>
            </a:r>
            <a:endParaRPr sz="800">
              <a:solidFill>
                <a:srgbClr val="004A2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12" name="Google Shape;612;g339ecbafa7c_1_429"/>
          <p:cNvSpPr txBox="1"/>
          <p:nvPr/>
        </p:nvSpPr>
        <p:spPr>
          <a:xfrm>
            <a:off x="1258930" y="5049381"/>
            <a:ext cx="3996900" cy="7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800">
                <a:solidFill>
                  <a:srgbClr val="004A2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Biometric System Laboratory (unibo.it)</a:t>
            </a:r>
            <a:endParaRPr sz="800">
              <a:solidFill>
                <a:srgbClr val="004A2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r>
              <a:rPr lang="fr-FR" sz="800">
                <a:solidFill>
                  <a:srgbClr val="004A2E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Minutia Cylinder Code (MCC)</a:t>
            </a:r>
            <a:endParaRPr sz="800">
              <a:solidFill>
                <a:srgbClr val="004A2E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13" name="Google Shape;613;g339ecbafa7c_1_429"/>
          <p:cNvSpPr/>
          <p:nvPr/>
        </p:nvSpPr>
        <p:spPr>
          <a:xfrm>
            <a:off x="6290937" y="2765302"/>
            <a:ext cx="174900" cy="17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g339ecbafa7c_1_429"/>
          <p:cNvSpPr txBox="1"/>
          <p:nvPr/>
        </p:nvSpPr>
        <p:spPr>
          <a:xfrm>
            <a:off x="6542987" y="2637596"/>
            <a:ext cx="45363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Deep Neural Networks (DNNs)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15" name="Google Shape;615;g339ecbafa7c_1_429"/>
          <p:cNvSpPr txBox="1"/>
          <p:nvPr/>
        </p:nvSpPr>
        <p:spPr>
          <a:xfrm>
            <a:off x="6145203" y="2992679"/>
            <a:ext cx="51525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Extract fingerprint features directly from images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Learn trainable global and local image features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16" name="Google Shape;616;g339ecbafa7c_1_429"/>
          <p:cNvSpPr/>
          <p:nvPr/>
        </p:nvSpPr>
        <p:spPr>
          <a:xfrm>
            <a:off x="6290937" y="4087325"/>
            <a:ext cx="174900" cy="1773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7" name="Google Shape;617;g339ecbafa7c_1_429"/>
          <p:cNvSpPr txBox="1"/>
          <p:nvPr/>
        </p:nvSpPr>
        <p:spPr>
          <a:xfrm>
            <a:off x="6542987" y="3959619"/>
            <a:ext cx="45363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Graph Neural Networks (GNNs)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18" name="Google Shape;618;g339ecbafa7c_1_429"/>
          <p:cNvSpPr txBox="1"/>
          <p:nvPr/>
        </p:nvSpPr>
        <p:spPr>
          <a:xfrm>
            <a:off x="6145203" y="4314702"/>
            <a:ext cx="5152500" cy="11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Extract fingerprint features from minutiae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Learn trainable global and local graph features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0" lvl="0" indent="0" algn="l" rtl="0">
              <a:lnSpc>
                <a:spcPct val="110000"/>
              </a:lnSpc>
              <a:spcBef>
                <a:spcPts val="500"/>
              </a:spcBef>
              <a:spcAft>
                <a:spcPts val="500"/>
              </a:spcAft>
              <a:buNone/>
            </a:pP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39ecbafa7c_1_457"/>
          <p:cNvSpPr txBox="1"/>
          <p:nvPr/>
        </p:nvSpPr>
        <p:spPr>
          <a:xfrm>
            <a:off x="571500" y="685800"/>
            <a:ext cx="107928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2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Existing Solutions &amp; Limitations</a:t>
            </a:r>
            <a:endParaRPr sz="52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24" name="Google Shape;624;g339ecbafa7c_1_457"/>
          <p:cNvCxnSpPr/>
          <p:nvPr/>
        </p:nvCxnSpPr>
        <p:spPr>
          <a:xfrm>
            <a:off x="571599" y="690255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5" name="Google Shape;625;g339ecbafa7c_1_457"/>
          <p:cNvCxnSpPr/>
          <p:nvPr/>
        </p:nvCxnSpPr>
        <p:spPr>
          <a:xfrm>
            <a:off x="571599" y="2703534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26" name="Google Shape;626;g339ecbafa7c_1_457"/>
          <p:cNvCxnSpPr/>
          <p:nvPr/>
        </p:nvCxnSpPr>
        <p:spPr>
          <a:xfrm>
            <a:off x="571599" y="5931050"/>
            <a:ext cx="10809300" cy="0"/>
          </a:xfrm>
          <a:prstGeom prst="straightConnector1">
            <a:avLst/>
          </a:prstGeom>
          <a:noFill/>
          <a:ln w="9525" cap="flat" cmpd="sng">
            <a:solidFill>
              <a:srgbClr val="004A2E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27" name="Google Shape;627;g339ecbafa7c_1_4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8444" y="3305551"/>
            <a:ext cx="6339599" cy="240098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8" name="Google Shape;628;g339ecbafa7c_1_457"/>
          <p:cNvPicPr preferRelativeResize="0"/>
          <p:nvPr/>
        </p:nvPicPr>
        <p:blipFill rotWithShape="1">
          <a:blip r:embed="rId4">
            <a:alphaModFix/>
          </a:blip>
          <a:srcRect t="9214" r="65312"/>
          <a:stretch/>
        </p:blipFill>
        <p:spPr>
          <a:xfrm>
            <a:off x="1499217" y="3874322"/>
            <a:ext cx="1454006" cy="1335584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g339ecbafa7c_1_457"/>
          <p:cNvSpPr txBox="1"/>
          <p:nvPr/>
        </p:nvSpPr>
        <p:spPr>
          <a:xfrm>
            <a:off x="922901" y="2822575"/>
            <a:ext cx="4704600" cy="3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Basic Idea - Graph Neural Networks (GNNs)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30" name="Google Shape;630;g339ecbafa7c_1_457"/>
          <p:cNvSpPr/>
          <p:nvPr/>
        </p:nvSpPr>
        <p:spPr>
          <a:xfrm>
            <a:off x="723903" y="2940194"/>
            <a:ext cx="169500" cy="169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</a:endParaRPr>
          </a:p>
        </p:txBody>
      </p:sp>
      <p:pic>
        <p:nvPicPr>
          <p:cNvPr id="631" name="Google Shape;631;g339ecbafa7c_1_45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40660" y="2761117"/>
            <a:ext cx="1421340" cy="1512329"/>
          </a:xfrm>
          <a:prstGeom prst="rect">
            <a:avLst/>
          </a:prstGeom>
          <a:noFill/>
          <a:ln>
            <a:noFill/>
          </a:ln>
        </p:spPr>
      </p:pic>
      <p:sp>
        <p:nvSpPr>
          <p:cNvPr id="632" name="Google Shape;632;g339ecbafa7c_1_457"/>
          <p:cNvSpPr txBox="1"/>
          <p:nvPr/>
        </p:nvSpPr>
        <p:spPr>
          <a:xfrm>
            <a:off x="9065325" y="5154275"/>
            <a:ext cx="371400" cy="38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</a:t>
            </a:r>
            <a:endParaRPr sz="1800" b="1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633" name="Google Shape;633;g339ecbafa7c_1_45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944625" y="4311788"/>
            <a:ext cx="1863741" cy="388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39ecbafa7c_1_471"/>
          <p:cNvSpPr txBox="1"/>
          <p:nvPr/>
        </p:nvSpPr>
        <p:spPr>
          <a:xfrm>
            <a:off x="571500" y="690250"/>
            <a:ext cx="107928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2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Existing Solutions &amp; Limitations</a:t>
            </a:r>
            <a:endParaRPr sz="52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39" name="Google Shape;639;g339ecbafa7c_1_471"/>
          <p:cNvCxnSpPr/>
          <p:nvPr/>
        </p:nvCxnSpPr>
        <p:spPr>
          <a:xfrm>
            <a:off x="571599" y="690255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0" name="Google Shape;640;g339ecbafa7c_1_471"/>
          <p:cNvCxnSpPr/>
          <p:nvPr/>
        </p:nvCxnSpPr>
        <p:spPr>
          <a:xfrm>
            <a:off x="571599" y="2707984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41" name="Google Shape;641;g339ecbafa7c_1_471"/>
          <p:cNvCxnSpPr/>
          <p:nvPr/>
        </p:nvCxnSpPr>
        <p:spPr>
          <a:xfrm>
            <a:off x="571599" y="5931050"/>
            <a:ext cx="10809300" cy="0"/>
          </a:xfrm>
          <a:prstGeom prst="straightConnector1">
            <a:avLst/>
          </a:prstGeom>
          <a:noFill/>
          <a:ln w="9525" cap="flat" cmpd="sng">
            <a:solidFill>
              <a:srgbClr val="004A2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42" name="Google Shape;642;g339ecbafa7c_1_471"/>
          <p:cNvSpPr txBox="1"/>
          <p:nvPr/>
        </p:nvSpPr>
        <p:spPr>
          <a:xfrm>
            <a:off x="1137225" y="2949220"/>
            <a:ext cx="241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MRA-GNN[1]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43" name="Google Shape;643;g339ecbafa7c_1_471"/>
          <p:cNvSpPr txBox="1"/>
          <p:nvPr/>
        </p:nvSpPr>
        <p:spPr>
          <a:xfrm>
            <a:off x="571500" y="3412625"/>
            <a:ext cx="3071400" cy="166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Uses minutia (x,y,d) as input node features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k nearest neighbors with unoriented edge, no extra information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44" name="Google Shape;644;g339ecbafa7c_1_471"/>
          <p:cNvSpPr txBox="1"/>
          <p:nvPr/>
        </p:nvSpPr>
        <p:spPr>
          <a:xfrm>
            <a:off x="4303825" y="2949220"/>
            <a:ext cx="241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3D Graph Matching[2]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45" name="Google Shape;645;g339ecbafa7c_1_471"/>
          <p:cNvSpPr txBox="1"/>
          <p:nvPr/>
        </p:nvSpPr>
        <p:spPr>
          <a:xfrm>
            <a:off x="8203400" y="2900175"/>
            <a:ext cx="2915400" cy="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Deep Geometric Graph Convolutional Network[3]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46" name="Google Shape;646;g339ecbafa7c_1_471"/>
          <p:cNvSpPr/>
          <p:nvPr/>
        </p:nvSpPr>
        <p:spPr>
          <a:xfrm>
            <a:off x="913002" y="307792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g339ecbafa7c_1_471"/>
          <p:cNvSpPr/>
          <p:nvPr/>
        </p:nvSpPr>
        <p:spPr>
          <a:xfrm>
            <a:off x="4107502" y="307792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g339ecbafa7c_1_471"/>
          <p:cNvSpPr/>
          <p:nvPr/>
        </p:nvSpPr>
        <p:spPr>
          <a:xfrm>
            <a:off x="7946977" y="307792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g339ecbafa7c_1_471"/>
          <p:cNvSpPr txBox="1"/>
          <p:nvPr/>
        </p:nvSpPr>
        <p:spPr>
          <a:xfrm>
            <a:off x="3775425" y="3412625"/>
            <a:ext cx="38373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3D minutia (x, y, z, dx, dy, dz) as input node features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Try to make the graph invariant by adding a spatial transform network to standardize the finger pose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50" name="Google Shape;650;g339ecbafa7c_1_471"/>
          <p:cNvSpPr txBox="1"/>
          <p:nvPr/>
        </p:nvSpPr>
        <p:spPr>
          <a:xfrm>
            <a:off x="7638725" y="3419375"/>
            <a:ext cx="3676200" cy="15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Extract minutiae features from the image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k nearest neighbors with the minutiae feature difference as edge feature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51" name="Google Shape;651;g339ecbafa7c_1_471"/>
          <p:cNvSpPr txBox="1"/>
          <p:nvPr/>
        </p:nvSpPr>
        <p:spPr>
          <a:xfrm>
            <a:off x="571500" y="5428225"/>
            <a:ext cx="10792800" cy="4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[1] Y. Su, T. Zhao and Z. Zhang, "MRA-GNN: Minutiae Relation-Aware Model over Graph Neural Network for Fingerprint Embedding," 2023 IEEE International Joint Conference on Biometrics (IJCB), Ljubljana, Slovenia, 2023, pp. 1-10</a:t>
            </a:r>
            <a:endParaRPr sz="5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5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[2] Cui, Zhe, Yuwei Jia, Siyang Zheng, and Fei Su. "Contactless Fingerprint Recognition Using 3D Graph Matching." arXiv preprint arXiv:2409.08782 (2024)</a:t>
            </a:r>
            <a:endParaRPr sz="5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5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[3] Y. Shi, Z. Zhang, S. Liu and M. Liu, "Towards More Accurate Matching of Contactless Fingerprints With a Deep Geometric Graph Convolutional Network," in IEEE Transactions on Biometrics, Behavior, and Identity Science, vol. 5, no. 1, pp. 29-38, Jan. 2023</a:t>
            </a:r>
            <a:endParaRPr sz="5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endParaRPr sz="500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39ecbafa7c_1_492"/>
          <p:cNvSpPr txBox="1"/>
          <p:nvPr/>
        </p:nvSpPr>
        <p:spPr>
          <a:xfrm>
            <a:off x="571500" y="690250"/>
            <a:ext cx="107928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52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Existing Solutions &amp; Limitations</a:t>
            </a:r>
            <a:endParaRPr sz="52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57" name="Google Shape;657;g339ecbafa7c_1_492"/>
          <p:cNvCxnSpPr/>
          <p:nvPr/>
        </p:nvCxnSpPr>
        <p:spPr>
          <a:xfrm>
            <a:off x="571599" y="690255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g339ecbafa7c_1_492"/>
          <p:cNvCxnSpPr/>
          <p:nvPr/>
        </p:nvCxnSpPr>
        <p:spPr>
          <a:xfrm>
            <a:off x="571599" y="2707984"/>
            <a:ext cx="10809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g339ecbafa7c_1_492"/>
          <p:cNvCxnSpPr/>
          <p:nvPr/>
        </p:nvCxnSpPr>
        <p:spPr>
          <a:xfrm>
            <a:off x="571599" y="5931050"/>
            <a:ext cx="10809300" cy="0"/>
          </a:xfrm>
          <a:prstGeom prst="straightConnector1">
            <a:avLst/>
          </a:prstGeom>
          <a:noFill/>
          <a:ln w="9525" cap="flat" cmpd="sng">
            <a:solidFill>
              <a:srgbClr val="004A2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0" name="Google Shape;660;g339ecbafa7c_1_492"/>
          <p:cNvSpPr txBox="1"/>
          <p:nvPr/>
        </p:nvSpPr>
        <p:spPr>
          <a:xfrm>
            <a:off x="1137225" y="2949220"/>
            <a:ext cx="241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CN118196843A[4]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61" name="Google Shape;661;g339ecbafa7c_1_492"/>
          <p:cNvSpPr txBox="1"/>
          <p:nvPr/>
        </p:nvSpPr>
        <p:spPr>
          <a:xfrm>
            <a:off x="571500" y="3336425"/>
            <a:ext cx="4870200" cy="17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Sweat pore matching instead of minutiae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Extract sweat pore features from the image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k nearest neighbors with the minutiae feature difference as edge feature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62" name="Google Shape;662;g339ecbafa7c_1_492"/>
          <p:cNvSpPr txBox="1"/>
          <p:nvPr/>
        </p:nvSpPr>
        <p:spPr>
          <a:xfrm>
            <a:off x="7199425" y="2949220"/>
            <a:ext cx="24150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WO2024218538A1[5]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663" name="Google Shape;663;g339ecbafa7c_1_492"/>
          <p:cNvSpPr/>
          <p:nvPr/>
        </p:nvSpPr>
        <p:spPr>
          <a:xfrm>
            <a:off x="913002" y="307792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g339ecbafa7c_1_492"/>
          <p:cNvSpPr/>
          <p:nvPr/>
        </p:nvSpPr>
        <p:spPr>
          <a:xfrm>
            <a:off x="7003102" y="307792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g339ecbafa7c_1_492"/>
          <p:cNvSpPr txBox="1"/>
          <p:nvPr/>
        </p:nvSpPr>
        <p:spPr>
          <a:xfrm>
            <a:off x="6671025" y="3336425"/>
            <a:ext cx="4773900" cy="20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Minutiae as nodes may contain features x, y, d , type, …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NOT 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Edge features may contain nodes distance, relative angle between two minutiae, ridge count …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66" name="Google Shape;666;g339ecbafa7c_1_492"/>
          <p:cNvSpPr txBox="1"/>
          <p:nvPr/>
        </p:nvSpPr>
        <p:spPr>
          <a:xfrm>
            <a:off x="571500" y="5540750"/>
            <a:ext cx="8471100" cy="3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6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[4] Patent: OCT fingerprint matching method based on graph neural network</a:t>
            </a:r>
            <a:endParaRPr sz="6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fr-FR" sz="6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[5] Patent: Fingerprint Feature Matching with Graph Neural Networks</a:t>
            </a:r>
            <a:endParaRPr sz="6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endParaRPr sz="600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Google Shape;671;g339ecbafa7c_1_510"/>
          <p:cNvSpPr txBox="1"/>
          <p:nvPr/>
        </p:nvSpPr>
        <p:spPr>
          <a:xfrm>
            <a:off x="304950" y="924675"/>
            <a:ext cx="8016600" cy="18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Nodes: minutiae, but contains features of quality, type, curvature, texture, … 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instead of x, y, d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Local coordinates: aligned with the central minutia direction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Edges: relative to the central minutia, (r, θ1, θ2) (</a:t>
            </a:r>
            <a:r>
              <a:rPr lang="fr-FR" sz="16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Geometric Invariant</a:t>
            </a: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Neighborhood: fixed distance; k-nearest; k-plet</a:t>
            </a:r>
            <a:endParaRPr sz="1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672" name="Google Shape;672;g339ecbafa7c_1_510"/>
          <p:cNvSpPr txBox="1"/>
          <p:nvPr/>
        </p:nvSpPr>
        <p:spPr>
          <a:xfrm>
            <a:off x="992273" y="3071150"/>
            <a:ext cx="2677500" cy="30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Framework Overview</a:t>
            </a:r>
            <a:endParaRPr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cxnSp>
        <p:nvCxnSpPr>
          <p:cNvPr id="673" name="Google Shape;673;g339ecbafa7c_1_510"/>
          <p:cNvCxnSpPr/>
          <p:nvPr/>
        </p:nvCxnSpPr>
        <p:spPr>
          <a:xfrm>
            <a:off x="627873" y="5682715"/>
            <a:ext cx="8188200" cy="17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4" name="Google Shape;674;g339ecbafa7c_1_510"/>
          <p:cNvCxnSpPr/>
          <p:nvPr/>
        </p:nvCxnSpPr>
        <p:spPr>
          <a:xfrm>
            <a:off x="627900" y="2963054"/>
            <a:ext cx="8188021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5" name="Google Shape;675;g339ecbafa7c_1_5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11313" y="924685"/>
            <a:ext cx="2933420" cy="1896365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g339ecbafa7c_1_510"/>
          <p:cNvSpPr txBox="1"/>
          <p:nvPr/>
        </p:nvSpPr>
        <p:spPr>
          <a:xfrm>
            <a:off x="497249" y="122350"/>
            <a:ext cx="3687300" cy="61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32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Proposed Solution</a:t>
            </a:r>
            <a:endParaRPr sz="32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77" name="Google Shape;677;g339ecbafa7c_1_510"/>
          <p:cNvCxnSpPr/>
          <p:nvPr/>
        </p:nvCxnSpPr>
        <p:spPr>
          <a:xfrm>
            <a:off x="627873" y="780461"/>
            <a:ext cx="8188200" cy="2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678" name="Google Shape;678;g339ecbafa7c_1_5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379" y="3614897"/>
            <a:ext cx="7352808" cy="183287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9" name="Google Shape;679;g339ecbafa7c_1_51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16600" y="3007750"/>
            <a:ext cx="3804475" cy="13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0" name="Google Shape;680;g339ecbafa7c_1_510"/>
          <p:cNvSpPr/>
          <p:nvPr/>
        </p:nvSpPr>
        <p:spPr>
          <a:xfrm>
            <a:off x="5041683" y="4243747"/>
            <a:ext cx="1154400" cy="493200"/>
          </a:xfrm>
          <a:prstGeom prst="ellipse">
            <a:avLst/>
          </a:prstGeom>
          <a:noFill/>
          <a:ln w="9525" cap="flat" cmpd="sng">
            <a:solidFill>
              <a:srgbClr val="00160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81" name="Google Shape;681;g339ecbafa7c_1_510"/>
          <p:cNvCxnSpPr/>
          <p:nvPr/>
        </p:nvCxnSpPr>
        <p:spPr>
          <a:xfrm rot="10800000" flipH="1">
            <a:off x="6210826" y="3736236"/>
            <a:ext cx="1776900" cy="623700"/>
          </a:xfrm>
          <a:prstGeom prst="straightConnector1">
            <a:avLst/>
          </a:prstGeom>
          <a:noFill/>
          <a:ln w="9525" cap="flat" cmpd="sng">
            <a:solidFill>
              <a:srgbClr val="00160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82" name="Google Shape;682;g339ecbafa7c_1_510"/>
          <p:cNvSpPr txBox="1"/>
          <p:nvPr/>
        </p:nvSpPr>
        <p:spPr>
          <a:xfrm rot="-1201473">
            <a:off x="6603187" y="3629635"/>
            <a:ext cx="1665485" cy="4691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9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training objective</a:t>
            </a:r>
            <a:endParaRPr sz="900"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3" name="Google Shape;683;g339ecbafa7c_1_510"/>
          <p:cNvSpPr/>
          <p:nvPr/>
        </p:nvSpPr>
        <p:spPr>
          <a:xfrm>
            <a:off x="803752" y="3202575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39ecbafa7c_1_510"/>
          <p:cNvSpPr txBox="1"/>
          <p:nvPr/>
        </p:nvSpPr>
        <p:spPr>
          <a:xfrm rot="27662">
            <a:off x="8090207" y="3056875"/>
            <a:ext cx="1081235" cy="32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fr-FR" sz="900" b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Arcface loss [1]</a:t>
            </a:r>
            <a:endParaRPr sz="900" b="1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85" name="Google Shape;685;g339ecbafa7c_1_510"/>
          <p:cNvSpPr txBox="1"/>
          <p:nvPr/>
        </p:nvSpPr>
        <p:spPr>
          <a:xfrm>
            <a:off x="497250" y="5799800"/>
            <a:ext cx="10792800" cy="2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 sz="5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[1]Jiankang. D, et al. "ArcFace: Additive Angular Margin Loss for Deep Face Recognition." IEEE Transactions on Pattern Analysis and Machine Intelligence, vol. 44, no. 10, 2022, pp. 5962-5979.</a:t>
            </a:r>
            <a:endParaRPr sz="500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39ecbafa7c_1_540"/>
          <p:cNvSpPr txBox="1"/>
          <p:nvPr/>
        </p:nvSpPr>
        <p:spPr>
          <a:xfrm>
            <a:off x="495300" y="457200"/>
            <a:ext cx="10216200" cy="10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System Architecture</a:t>
            </a:r>
            <a:endParaRPr sz="4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691" name="Google Shape;691;g339ecbafa7c_1_540"/>
          <p:cNvCxnSpPr/>
          <p:nvPr/>
        </p:nvCxnSpPr>
        <p:spPr>
          <a:xfrm>
            <a:off x="582775" y="5761125"/>
            <a:ext cx="10978800" cy="14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92" name="Google Shape;692;g339ecbafa7c_1_540"/>
          <p:cNvCxnSpPr/>
          <p:nvPr/>
        </p:nvCxnSpPr>
        <p:spPr>
          <a:xfrm>
            <a:off x="612454" y="457193"/>
            <a:ext cx="10955400" cy="6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93" name="Google Shape;693;g339ecbafa7c_1_540"/>
          <p:cNvSpPr txBox="1"/>
          <p:nvPr/>
        </p:nvSpPr>
        <p:spPr>
          <a:xfrm>
            <a:off x="647800" y="5446022"/>
            <a:ext cx="11350200" cy="3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 sz="800" i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SplineConv and GraphConv are from </a:t>
            </a:r>
            <a:r>
              <a:rPr lang="fr-FR" sz="800" i="1" u="sng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PyTorch Geometric(PyG)</a:t>
            </a:r>
            <a:r>
              <a:rPr lang="fr-FR" sz="800" i="1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 under the MIT License, while the others are from PyTorch.</a:t>
            </a:r>
            <a:endParaRPr sz="80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pic>
        <p:nvPicPr>
          <p:cNvPr id="694" name="Google Shape;694;g339ecbafa7c_1_5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6625" y="1423450"/>
            <a:ext cx="11271226" cy="3707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g339ecbafa7c_1_561"/>
          <p:cNvSpPr txBox="1"/>
          <p:nvPr/>
        </p:nvSpPr>
        <p:spPr>
          <a:xfrm>
            <a:off x="6361500" y="1208600"/>
            <a:ext cx="5124900" cy="3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Train: </a:t>
            </a:r>
            <a:r>
              <a:rPr lang="fr-FR" sz="1600" b="1" i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NIST 302, CGTO </a:t>
            </a:r>
            <a:r>
              <a:rPr lang="fr-FR" sz="1600" i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(197,777 </a:t>
            </a:r>
            <a:r>
              <a:rPr lang="fr-FR" sz="1600" i="1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fingers</a:t>
            </a:r>
            <a:r>
              <a:rPr lang="fr-FR" sz="1600" i="1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= 1.3B </a:t>
            </a:r>
            <a:r>
              <a:rPr lang="fr-FR" sz="1600" i="1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samples</a:t>
            </a:r>
            <a:r>
              <a:rPr lang="fr-FR" sz="1600" i="1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 i="1" dirty="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Test: </a:t>
            </a:r>
            <a:r>
              <a:rPr lang="fr-FR" sz="1600" b="1" i="1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Cogent</a:t>
            </a:r>
            <a:r>
              <a:rPr lang="fr-FR" sz="1600" b="1" i="1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2K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, </a:t>
            </a:r>
            <a:r>
              <a:rPr lang="fr-FR" sz="1600" b="1" i="1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NIST SD14</a:t>
            </a:r>
            <a:endParaRPr sz="1600" b="1" i="1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 b="1" i="1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Coding speed: CPU 22.6ms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from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minutia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sets to global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embedding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vector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(d-448) in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onnxruntime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pytorch</a:t>
            </a:r>
            <a:endParaRPr sz="1600" dirty="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Matching speed: CPU 772K/second in python </a:t>
            </a:r>
            <a:endParaRPr sz="1600" dirty="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1600" dirty="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Converts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an </a:t>
            </a: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extracted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minutia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set </a:t>
            </a: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into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 global </a:t>
            </a: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embedding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fr-FR" sz="1600" dirty="0" err="1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vector</a:t>
            </a:r>
            <a:r>
              <a:rPr lang="fr-FR" sz="1600" dirty="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rPr>
              <a:t> at high speed</a:t>
            </a:r>
            <a:endParaRPr sz="1600" dirty="0">
              <a:solidFill>
                <a:schemeClr val="dk2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457200" lvl="0" indent="-3302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 Light"/>
              <a:buChar char="●"/>
            </a:pP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Serves as a fast matcher (</a:t>
            </a:r>
            <a:r>
              <a:rPr lang="fr-FR" sz="1600" dirty="0" err="1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filter</a:t>
            </a:r>
            <a:r>
              <a:rPr lang="fr-FR" sz="1600" dirty="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)</a:t>
            </a:r>
            <a:endParaRPr sz="1600" dirty="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cxnSp>
        <p:nvCxnSpPr>
          <p:cNvPr id="700" name="Google Shape;700;g339ecbafa7c_1_561"/>
          <p:cNvCxnSpPr/>
          <p:nvPr/>
        </p:nvCxnSpPr>
        <p:spPr>
          <a:xfrm rot="10800000" flipH="1">
            <a:off x="5940100" y="847625"/>
            <a:ext cx="3600" cy="501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1" name="Google Shape;701;g339ecbafa7c_1_561"/>
          <p:cNvCxnSpPr/>
          <p:nvPr/>
        </p:nvCxnSpPr>
        <p:spPr>
          <a:xfrm>
            <a:off x="626650" y="5859125"/>
            <a:ext cx="10527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2" name="Google Shape;702;g339ecbafa7c_1_561"/>
          <p:cNvCxnSpPr/>
          <p:nvPr/>
        </p:nvCxnSpPr>
        <p:spPr>
          <a:xfrm>
            <a:off x="632900" y="835450"/>
            <a:ext cx="10521300" cy="10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3" name="Google Shape;703;g339ecbafa7c_1_561"/>
          <p:cNvSpPr txBox="1"/>
          <p:nvPr/>
        </p:nvSpPr>
        <p:spPr>
          <a:xfrm>
            <a:off x="536000" y="172475"/>
            <a:ext cx="38379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 sz="2600">
                <a:solidFill>
                  <a:schemeClr val="dk2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Preliminary Results</a:t>
            </a:r>
            <a:endParaRPr sz="2600">
              <a:solidFill>
                <a:schemeClr val="dk2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704" name="Google Shape;704;g339ecbafa7c_1_561"/>
          <p:cNvSpPr txBox="1"/>
          <p:nvPr/>
        </p:nvSpPr>
        <p:spPr>
          <a:xfrm>
            <a:off x="1026200" y="3062700"/>
            <a:ext cx="4496100" cy="3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 sz="110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TAR of NIST SD14 (2700 subjects, 1-to-1)</a:t>
            </a:r>
            <a:endParaRPr sz="110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705" name="Google Shape;705;g339ecbafa7c_1_561"/>
          <p:cNvSpPr/>
          <p:nvPr/>
        </p:nvSpPr>
        <p:spPr>
          <a:xfrm>
            <a:off x="838202" y="3180200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g339ecbafa7c_1_561"/>
          <p:cNvSpPr txBox="1"/>
          <p:nvPr/>
        </p:nvSpPr>
        <p:spPr>
          <a:xfrm>
            <a:off x="1026275" y="941650"/>
            <a:ext cx="4496100" cy="3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400"/>
              </a:spcAft>
              <a:buNone/>
            </a:pPr>
            <a:r>
              <a:rPr lang="fr-FR" sz="1100">
                <a:solidFill>
                  <a:schemeClr val="dk2"/>
                </a:solidFill>
                <a:latin typeface="IBM Plex Mono Medium"/>
                <a:ea typeface="IBM Plex Mono Medium"/>
                <a:cs typeface="IBM Plex Mono Medium"/>
                <a:sym typeface="IBM Plex Mono Medium"/>
              </a:rPr>
              <a:t>TAR (True Acceptance Rate) of Cogent 2K(2000 subjects, 20000 fingers 1-to-1)</a:t>
            </a:r>
            <a:endParaRPr sz="1100">
              <a:solidFill>
                <a:schemeClr val="dk2"/>
              </a:solidFill>
              <a:latin typeface="IBM Plex Mono Medium"/>
              <a:ea typeface="IBM Plex Mono Medium"/>
              <a:cs typeface="IBM Plex Mono Medium"/>
              <a:sym typeface="IBM Plex Mono Medium"/>
            </a:endParaRPr>
          </a:p>
        </p:txBody>
      </p:sp>
      <p:sp>
        <p:nvSpPr>
          <p:cNvPr id="707" name="Google Shape;707;g339ecbafa7c_1_561"/>
          <p:cNvSpPr/>
          <p:nvPr/>
        </p:nvSpPr>
        <p:spPr>
          <a:xfrm>
            <a:off x="838202" y="1122800"/>
            <a:ext cx="132900" cy="132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708" name="Google Shape;708;g339ecbafa7c_1_561"/>
          <p:cNvGraphicFramePr/>
          <p:nvPr/>
        </p:nvGraphicFramePr>
        <p:xfrm>
          <a:off x="766525" y="3474225"/>
          <a:ext cx="4816425" cy="1077700"/>
        </p:xfrm>
        <a:graphic>
          <a:graphicData uri="http://schemas.openxmlformats.org/drawingml/2006/table">
            <a:tbl>
              <a:tblPr>
                <a:noFill/>
                <a:tableStyleId>{021A5621-2A80-46EC-9D82-F115DC15D266}</a:tableStyleId>
              </a:tblPr>
              <a:tblGrid>
                <a:gridCol w="1603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6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FAR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0.01%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0.1%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EER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Global Embedding</a:t>
                      </a:r>
                      <a:r>
                        <a:rPr lang="fr-FR" sz="1100" baseline="300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[1]</a:t>
                      </a: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</a:t>
                      </a:r>
                      <a:endParaRPr sz="1100" baseline="300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99.64%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99.80%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99.91%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--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matcher S2</a:t>
                      </a:r>
                      <a:r>
                        <a:rPr lang="fr-FR" sz="1100" baseline="300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[1]</a:t>
                      </a: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 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94.66%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95.33%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95.92%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--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Ours </a:t>
                      </a: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(d-448)</a:t>
                      </a:r>
                      <a:r>
                        <a:rPr lang="fr-FR" sz="1100" baseline="300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[2]</a:t>
                      </a:r>
                      <a:endParaRPr sz="1100" baseline="300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97.30%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98.67%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99.37%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99.34%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09" name="Google Shape;709;g339ecbafa7c_1_561"/>
          <p:cNvGraphicFramePr/>
          <p:nvPr/>
        </p:nvGraphicFramePr>
        <p:xfrm>
          <a:off x="766525" y="1461950"/>
          <a:ext cx="4816425" cy="1077700"/>
        </p:xfrm>
        <a:graphic>
          <a:graphicData uri="http://schemas.openxmlformats.org/drawingml/2006/table">
            <a:tbl>
              <a:tblPr>
                <a:noFill/>
                <a:tableStyleId>{021A5621-2A80-46EC-9D82-F115DC15D266}</a:tableStyleId>
              </a:tblPr>
              <a:tblGrid>
                <a:gridCol w="1483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5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3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FAR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0.01%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0.1%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1%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 b="1">
                          <a:solidFill>
                            <a:srgbClr val="FFFFFF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EER</a:t>
                      </a:r>
                      <a:endParaRPr sz="1100" b="1">
                        <a:solidFill>
                          <a:srgbClr val="FFFFFF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A7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Global Embedding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95.96%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96.58%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97.11%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97.38%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Minex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96.47%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96.95%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97.48%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97.68%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8E8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4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rgbClr val="242A75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Ours (d-448)</a:t>
                      </a:r>
                      <a:endParaRPr sz="1100">
                        <a:solidFill>
                          <a:srgbClr val="242A75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90.10%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92.82%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94.99%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r-FR" sz="1100">
                          <a:solidFill>
                            <a:schemeClr val="dk2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96.15%</a:t>
                      </a:r>
                      <a:endParaRPr sz="1100"/>
                    </a:p>
                  </a:txBody>
                  <a:tcPr marL="91450" marR="91450" marT="45725" marB="45725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CCD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10" name="Google Shape;710;g339ecbafa7c_1_561"/>
          <p:cNvSpPr txBox="1"/>
          <p:nvPr/>
        </p:nvSpPr>
        <p:spPr>
          <a:xfrm>
            <a:off x="545500" y="5074000"/>
            <a:ext cx="5124900" cy="5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37150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7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[1] The Global Embedding and our current matcher S2 test 2697 subjects, without 000095, 000992, 001565.</a:t>
            </a:r>
            <a:endParaRPr sz="700" i="1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  <a:p>
            <a:pPr marL="0" lvl="0" indent="0" algn="l" rtl="0">
              <a:spcBef>
                <a:spcPts val="400"/>
              </a:spcBef>
              <a:spcAft>
                <a:spcPts val="400"/>
              </a:spcAft>
              <a:buNone/>
            </a:pPr>
            <a:r>
              <a:rPr lang="fr-FR" sz="700" i="1">
                <a:solidFill>
                  <a:schemeClr val="dk2"/>
                </a:solidFill>
                <a:latin typeface="IBM Plex Mono Light"/>
                <a:ea typeface="IBM Plex Mono Light"/>
                <a:cs typeface="IBM Plex Mono Light"/>
                <a:sym typeface="IBM Plex Mono Light"/>
              </a:rPr>
              <a:t>[2] last 270 subjects, 2700 fingers, as in most papers.</a:t>
            </a:r>
            <a:endParaRPr sz="700">
              <a:solidFill>
                <a:schemeClr val="dk2"/>
              </a:solidFill>
              <a:latin typeface="IBM Plex Mono Light"/>
              <a:ea typeface="IBM Plex Mono Light"/>
              <a:cs typeface="IBM Plex Mono Light"/>
              <a:sym typeface="IBM Plex Mono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Thales">
      <a:dk1>
        <a:srgbClr val="181A22"/>
      </a:dk1>
      <a:lt1>
        <a:srgbClr val="FFFFFF"/>
      </a:lt1>
      <a:dk2>
        <a:srgbClr val="242A75"/>
      </a:dk2>
      <a:lt2>
        <a:srgbClr val="00BBDD"/>
      </a:lt2>
      <a:accent1>
        <a:srgbClr val="AE2573"/>
      </a:accent1>
      <a:accent2>
        <a:srgbClr val="7C7FAB"/>
      </a:accent2>
      <a:accent3>
        <a:srgbClr val="00AB8E"/>
      </a:accent3>
      <a:accent4>
        <a:srgbClr val="EE2737"/>
      </a:accent4>
      <a:accent5>
        <a:srgbClr val="FFA300"/>
      </a:accent5>
      <a:accent6>
        <a:srgbClr val="FDDA24"/>
      </a:accent6>
      <a:hlink>
        <a:srgbClr val="242A75"/>
      </a:hlink>
      <a:folHlink>
        <a:srgbClr val="242A7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869</Words>
  <Application>Microsoft Office PowerPoint</Application>
  <PresentationFormat>Widescreen</PresentationFormat>
  <Paragraphs>120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IBM Plex Mono Medium</vt:lpstr>
      <vt:lpstr>Century Gothic</vt:lpstr>
      <vt:lpstr>Noto Sans Symbols</vt:lpstr>
      <vt:lpstr>Calibri</vt:lpstr>
      <vt:lpstr>IBM Plex Sans</vt:lpstr>
      <vt:lpstr>IBM Plex Mono Light</vt:lpstr>
      <vt:lpstr>IBM Plex Sans Light</vt:lpstr>
      <vt:lpstr>1_Office Theme</vt:lpstr>
      <vt:lpstr>Fingerprint Minutiae Matching Using Graph Neural Network with Geometric Invariant Features</vt:lpstr>
      <vt:lpstr>Table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Fingerprint Minutiae Matching Using Graph Neural Network with Geometric Invariant Features</dc:title>
  <dc:creator>Wakefield, Mike</dc:creator>
  <cp:lastModifiedBy>ZHENG Yi</cp:lastModifiedBy>
  <cp:revision>2</cp:revision>
  <dcterms:created xsi:type="dcterms:W3CDTF">2024-01-22T13:28:36Z</dcterms:created>
  <dcterms:modified xsi:type="dcterms:W3CDTF">2025-03-31T20:31:04Z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c1d335-5221-4a6a-889f-c684b2c8474c_Enabled">
    <vt:lpwstr>true</vt:lpwstr>
  </property>
  <property fmtid="{D5CDD505-2E9C-101B-9397-08002B2CF9AE}" pid="3" name="MSIP_Label_c6c1d335-5221-4a6a-889f-c684b2c8474c_SetDate">
    <vt:lpwstr>2025-03-31T20:31:01Z</vt:lpwstr>
  </property>
  <property fmtid="{D5CDD505-2E9C-101B-9397-08002B2CF9AE}" pid="4" name="MSIP_Label_c6c1d335-5221-4a6a-889f-c684b2c8474c_Method">
    <vt:lpwstr>Standard</vt:lpwstr>
  </property>
  <property fmtid="{D5CDD505-2E9C-101B-9397-08002B2CF9AE}" pid="5" name="MSIP_Label_c6c1d335-5221-4a6a-889f-c684b2c8474c_Name">
    <vt:lpwstr>DIS Limited Distribution Scope</vt:lpwstr>
  </property>
  <property fmtid="{D5CDD505-2E9C-101B-9397-08002B2CF9AE}" pid="6" name="MSIP_Label_c6c1d335-5221-4a6a-889f-c684b2c8474c_SiteId">
    <vt:lpwstr>6e603289-5e46-4e26-ac7c-03a85420a9a5</vt:lpwstr>
  </property>
  <property fmtid="{D5CDD505-2E9C-101B-9397-08002B2CF9AE}" pid="7" name="MSIP_Label_c6c1d335-5221-4a6a-889f-c684b2c8474c_ActionId">
    <vt:lpwstr>96dff68a-5ec1-4540-9104-1a3309878069</vt:lpwstr>
  </property>
  <property fmtid="{D5CDD505-2E9C-101B-9397-08002B2CF9AE}" pid="8" name="MSIP_Label_c6c1d335-5221-4a6a-889f-c684b2c8474c_ContentBits">
    <vt:lpwstr>3</vt:lpwstr>
  </property>
</Properties>
</file>